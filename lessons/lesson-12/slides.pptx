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1c8b89c2f45a5" /><Relationship Type="http://schemas.openxmlformats.org/officeDocument/2006/relationships/extended-properties" Target="/docProps/app.xml" Id="R6f07b6b3866e4fe2" /><Relationship Type="http://schemas.openxmlformats.org/officeDocument/2006/relationships/officeDocument" Target="/ppt/presentation.xml" Id="Rcc4225d5378a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251b84d6543bf"/>
  </p:sldMasterIdLst>
  <p:notesMasterIdLst>
    <p:notesMasterId xmlns:r="http://schemas.openxmlformats.org/officeDocument/2006/relationships" r:id="Rdc411f1ea7c64eea"/>
  </p:notesMasterIdLst>
  <p:sldIdLst>
    <p:sldId xmlns:r="http://schemas.openxmlformats.org/officeDocument/2006/relationships" id="256" r:id="R75086568dbe7425e"/>
    <p:sldId xmlns:r="http://schemas.openxmlformats.org/officeDocument/2006/relationships" id="257" r:id="Re121108a77764239"/>
    <p:sldId xmlns:r="http://schemas.openxmlformats.org/officeDocument/2006/relationships" id="258" r:id="R1680797971b44d9a"/>
    <p:sldId xmlns:r="http://schemas.openxmlformats.org/officeDocument/2006/relationships" id="259" r:id="Rbab906540e78464b"/>
    <p:sldId xmlns:r="http://schemas.openxmlformats.org/officeDocument/2006/relationships" id="260" r:id="R870bbaed23f54096"/>
    <p:sldId xmlns:r="http://schemas.openxmlformats.org/officeDocument/2006/relationships" id="261" r:id="R7d806f5c8cd3413b"/>
    <p:sldId xmlns:r="http://schemas.openxmlformats.org/officeDocument/2006/relationships" id="262" r:id="R411c7ab8caeb42bb"/>
    <p:sldId xmlns:r="http://schemas.openxmlformats.org/officeDocument/2006/relationships" id="263" r:id="R629aa011cac9433a"/>
    <p:sldId xmlns:r="http://schemas.openxmlformats.org/officeDocument/2006/relationships" id="264" r:id="R93d9e68b33904899"/>
    <p:sldId xmlns:r="http://schemas.openxmlformats.org/officeDocument/2006/relationships" id="265" r:id="Rf6bb46783aac4e5d"/>
    <p:sldId xmlns:r="http://schemas.openxmlformats.org/officeDocument/2006/relationships" id="266" r:id="R3250859846054fa2"/>
    <p:sldId xmlns:r="http://schemas.openxmlformats.org/officeDocument/2006/relationships" id="267" r:id="R757d3571096f4652"/>
    <p:sldId xmlns:r="http://schemas.openxmlformats.org/officeDocument/2006/relationships" id="268" r:id="R83bf694cd3d74007"/>
    <p:sldId xmlns:r="http://schemas.openxmlformats.org/officeDocument/2006/relationships" id="269" r:id="R43c143b8e70a4144"/>
    <p:sldId xmlns:r="http://schemas.openxmlformats.org/officeDocument/2006/relationships" id="270" r:id="R5395ffc704604d2f"/>
    <p:sldId xmlns:r="http://schemas.openxmlformats.org/officeDocument/2006/relationships" id="271" r:id="R77f684e7d3b2487f"/>
    <p:sldId xmlns:r="http://schemas.openxmlformats.org/officeDocument/2006/relationships" id="272" r:id="R86e6faf9d6c54006"/>
    <p:sldId xmlns:r="http://schemas.openxmlformats.org/officeDocument/2006/relationships" id="273" r:id="R71287e24c56542ab"/>
    <p:sldId xmlns:r="http://schemas.openxmlformats.org/officeDocument/2006/relationships" id="274" r:id="R4257926f289e4cbc"/>
    <p:sldId xmlns:r="http://schemas.openxmlformats.org/officeDocument/2006/relationships" id="275" r:id="R5b83d4d78dd944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91010d21e4df7" /><Relationship Type="http://schemas.openxmlformats.org/officeDocument/2006/relationships/slideMaster" Target="/ppt/slideMasters/slideMaster1.xml" Id="R498251b84d6543bf" /><Relationship Type="http://schemas.openxmlformats.org/officeDocument/2006/relationships/notesMaster" Target="/ppt/notesMasters/notesMaster1.xml" Id="Rdc411f1ea7c64eea" /><Relationship Type="http://schemas.openxmlformats.org/officeDocument/2006/relationships/presProps" Target="/ppt/presProps.xml" Id="R782c06e9fac14d28" /><Relationship Type="http://schemas.openxmlformats.org/officeDocument/2006/relationships/viewProps" Target="/ppt/viewProps.xml" Id="R50353d821db7473c" /><Relationship Type="http://schemas.openxmlformats.org/officeDocument/2006/relationships/tableStyles" Target="/ppt/tableStyles.xml" Id="R18c4a8e29f4b4f20" /><Relationship Type="http://schemas.openxmlformats.org/officeDocument/2006/relationships/slide" Target="/ppt/slides/slide1.xml" Id="R75086568dbe7425e" /><Relationship Type="http://schemas.openxmlformats.org/officeDocument/2006/relationships/slide" Target="/ppt/slides/slide2.xml" Id="Re121108a77764239" /><Relationship Type="http://schemas.openxmlformats.org/officeDocument/2006/relationships/slide" Target="/ppt/slides/slide3.xml" Id="R1680797971b44d9a" /><Relationship Type="http://schemas.openxmlformats.org/officeDocument/2006/relationships/slide" Target="/ppt/slides/slide4.xml" Id="Rbab906540e78464b" /><Relationship Type="http://schemas.openxmlformats.org/officeDocument/2006/relationships/slide" Target="/ppt/slides/slide5.xml" Id="R870bbaed23f54096" /><Relationship Type="http://schemas.openxmlformats.org/officeDocument/2006/relationships/slide" Target="/ppt/slides/slide6.xml" Id="R7d806f5c8cd3413b" /><Relationship Type="http://schemas.openxmlformats.org/officeDocument/2006/relationships/slide" Target="/ppt/slides/slide7.xml" Id="R411c7ab8caeb42bb" /><Relationship Type="http://schemas.openxmlformats.org/officeDocument/2006/relationships/slide" Target="/ppt/slides/slide8.xml" Id="R629aa011cac9433a" /><Relationship Type="http://schemas.openxmlformats.org/officeDocument/2006/relationships/slide" Target="/ppt/slides/slide9.xml" Id="R93d9e68b33904899" /><Relationship Type="http://schemas.openxmlformats.org/officeDocument/2006/relationships/slide" Target="/ppt/slides/slide10.xml" Id="Rf6bb46783aac4e5d" /><Relationship Type="http://schemas.openxmlformats.org/officeDocument/2006/relationships/slide" Target="/ppt/slides/slide11.xml" Id="R3250859846054fa2" /><Relationship Type="http://schemas.openxmlformats.org/officeDocument/2006/relationships/slide" Target="/ppt/slides/slide12.xml" Id="R757d3571096f4652" /><Relationship Type="http://schemas.openxmlformats.org/officeDocument/2006/relationships/slide" Target="/ppt/slides/slide13.xml" Id="R83bf694cd3d74007" /><Relationship Type="http://schemas.openxmlformats.org/officeDocument/2006/relationships/slide" Target="/ppt/slides/slide14.xml" Id="R43c143b8e70a4144" /><Relationship Type="http://schemas.openxmlformats.org/officeDocument/2006/relationships/slide" Target="/ppt/slides/slide15.xml" Id="R5395ffc704604d2f" /><Relationship Type="http://schemas.openxmlformats.org/officeDocument/2006/relationships/slide" Target="/ppt/slides/slide16.xml" Id="R77f684e7d3b2487f" /><Relationship Type="http://schemas.openxmlformats.org/officeDocument/2006/relationships/slide" Target="/ppt/slides/slide17.xml" Id="R86e6faf9d6c54006" /><Relationship Type="http://schemas.openxmlformats.org/officeDocument/2006/relationships/slide" Target="/ppt/slides/slide18.xml" Id="R71287e24c56542ab" /><Relationship Type="http://schemas.openxmlformats.org/officeDocument/2006/relationships/slide" Target="/ppt/slides/slide19.xml" Id="R4257926f289e4cbc" /><Relationship Type="http://schemas.openxmlformats.org/officeDocument/2006/relationships/slide" Target="/ppt/slides/slide20.xml" Id="R5b83d4d78dd9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bb5120e1e4a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b732140da248ec" /><Relationship Type="http://schemas.openxmlformats.org/officeDocument/2006/relationships/notesMaster" Target="/ppt/notesMasters/notesMaster1.xml" Id="R774f1a042c6f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7ccd8608540bb" /><Relationship Type="http://schemas.openxmlformats.org/officeDocument/2006/relationships/notesMaster" Target="/ppt/notesMasters/notesMaster1.xml" Id="Re66bbf3830e9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ea234abece443a" /><Relationship Type="http://schemas.openxmlformats.org/officeDocument/2006/relationships/notesMaster" Target="/ppt/notesMasters/notesMaster1.xml" Id="R7140108b9029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8dbb22ae5c4a70" /><Relationship Type="http://schemas.openxmlformats.org/officeDocument/2006/relationships/notesMaster" Target="/ppt/notesMasters/notesMaster1.xml" Id="R0eb64a45fd284d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9711a1a4294b3d" /><Relationship Type="http://schemas.openxmlformats.org/officeDocument/2006/relationships/notesMaster" Target="/ppt/notesMasters/notesMaster1.xml" Id="R26c5ba24d3054b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2e2b5c886249e4" /><Relationship Type="http://schemas.openxmlformats.org/officeDocument/2006/relationships/notesMaster" Target="/ppt/notesMasters/notesMaster1.xml" Id="Rb150b420feec46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dc1389d5f349b7" /><Relationship Type="http://schemas.openxmlformats.org/officeDocument/2006/relationships/notesMaster" Target="/ppt/notesMasters/notesMaster1.xml" Id="Rc178db228aa749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698b85072f4ad1" /><Relationship Type="http://schemas.openxmlformats.org/officeDocument/2006/relationships/notesMaster" Target="/ppt/notesMasters/notesMaster1.xml" Id="R2f78a24b845542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0e8fa793f4431" /><Relationship Type="http://schemas.openxmlformats.org/officeDocument/2006/relationships/notesMaster" Target="/ppt/notesMasters/notesMaster1.xml" Id="Rcf533a3750d845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b48462c0df44dd" /><Relationship Type="http://schemas.openxmlformats.org/officeDocument/2006/relationships/notesMaster" Target="/ppt/notesMasters/notesMaster1.xml" Id="R6079be90f08043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a3edf825cd4fc7" /><Relationship Type="http://schemas.openxmlformats.org/officeDocument/2006/relationships/notesMaster" Target="/ppt/notesMasters/notesMaster1.xml" Id="R4693403b309149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067e186eaf41fb" /><Relationship Type="http://schemas.openxmlformats.org/officeDocument/2006/relationships/notesMaster" Target="/ppt/notesMasters/notesMaster1.xml" Id="R60af5cfa8a994f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8eecf2dc1643a6" /><Relationship Type="http://schemas.openxmlformats.org/officeDocument/2006/relationships/notesMaster" Target="/ppt/notesMasters/notesMaster1.xml" Id="R0adc006095f742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32b78a3e5241e6" /><Relationship Type="http://schemas.openxmlformats.org/officeDocument/2006/relationships/notesMaster" Target="/ppt/notesMasters/notesMaster1.xml" Id="R319a6070ba4249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5f3e2a00f340c4" /><Relationship Type="http://schemas.openxmlformats.org/officeDocument/2006/relationships/notesMaster" Target="/ppt/notesMasters/notesMaster1.xml" Id="R3ca73c66411a47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bf9b1a3ee64b2a" /><Relationship Type="http://schemas.openxmlformats.org/officeDocument/2006/relationships/notesMaster" Target="/ppt/notesMasters/notesMaster1.xml" Id="R103d2dfa2e374f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a00b888ecf45fc" /><Relationship Type="http://schemas.openxmlformats.org/officeDocument/2006/relationships/notesMaster" Target="/ppt/notesMasters/notesMaster1.xml" Id="R9dc11da30c1440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6e2c3ef9664ee3" /><Relationship Type="http://schemas.openxmlformats.org/officeDocument/2006/relationships/notesMaster" Target="/ppt/notesMasters/notesMaster1.xml" Id="R76738b027f0e49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5d519f09724eb1" /><Relationship Type="http://schemas.openxmlformats.org/officeDocument/2006/relationships/notesMaster" Target="/ppt/notesMasters/notesMaster1.xml" Id="Rce61cd0ff2de46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090cdaf47a4c98" /><Relationship Type="http://schemas.openxmlformats.org/officeDocument/2006/relationships/notesMaster" Target="/ppt/notesMasters/notesMaster1.xml" Id="Rad0c74ceb7db49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课只完成受限循环。本课追问：循环之外，谁决定输入、权限、评价、失败和写回？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这八项沿用第 1 课口径。今天先拆解现成对象，再用同一框架设计个人工作流。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/Users/bright/Projects/courses/graduate/lessons/lesson-01/handout.md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 program.md 明确唯一可改文件、固定预算、评价指标和禁止项。课堂使用前固定 commit。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https://github.com/karpathy/autoresearch/blob/master/program.md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要求学生指出自己的状态写到哪个文件，而不是回答‘模型记得’。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正式写回与外部动作必须人工确认；权限升级不可由模型自行决定。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六种模式是工程经验分类。AutoResearch 更接近 evaluator-optimizer，不等于完全自主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/Users/bright/Projects/courses/graduate/lessons/lesson-11/handout.md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工件要能把最终判断反向追到输入、动作、输出与评价。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强调评价代码隔离、人工审核点和失败恢复三件事不能合并成一句‘人工检查’。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请学生用四问判断自己的动作；不满足不代表动作无价值，只代表不适合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坐标是课程判断框架，不是经验数据或产品排名。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Teaching synthesis; not an empirical benchmark.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学生先选动作，不先选工具。动作必须来自自己的个人项目，并且重复、可检查、有边界。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本页是个人工作流说明的单页骨架。要求每项至少能指出写入位置或决策者。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/Users/bright/Projects/courses/graduate/lessons/lesson-12/teaching-plan.md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这里的‘五条’是可审计要求；P18 再用准确八要素做设计前置自检。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这是课程虚构案例，只演示契约填充，不代表真实效率或准确率。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case, no empirical effect claimed.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演示目录树和一条最小运行路径。无环境时使用同字段的 Markdown 或纸面原型。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workflow scaffold.</a:t>
            </a:r>
          </a:p>
          <a:p xmlns:a="http://schemas.openxmlformats.org/drawingml/2006/main">
            <a:r>
              <a:t>- /Users/bright/Projects/courses/graduate/lessons/lesson-12/teaching-plan.md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虚构 trace 用于演示：越权不删除，恢复要记录收窄、决策者和后续核验。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trace, no real execution claim.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分钟覆盖 P17-P18。巡视优先看权限、评价和失败恢复；环境故障直接切换备用路径。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/Users/bright/Projects/courses/graduate/lessons/lesson-12/teaching-plan.md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学生自检八要素。明确本页不替代 Checkpoint 3 的实际运行、评价和影响报告。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两人互查 8 分钟。同伴只提问题；作者记录采纳、拒绝或暂缓及理由。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收束到第 13 课：今天完成设计前置，下一课用真实运行记录判断是否过门。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/Users/bright/Projects/courses/graduate/lessons/lesson-12/teaching-plan.md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9934786854341" /><Relationship Type="http://schemas.openxmlformats.org/officeDocument/2006/relationships/image" Target="/ppt/media/image.png" Id="R609a548428fd4d59" /><Relationship Type="http://schemas.openxmlformats.org/officeDocument/2006/relationships/image" Target="/ppt/media/image2.png" Id="R72a12662f2634efd" /><Relationship Type="http://schemas.openxmlformats.org/officeDocument/2006/relationships/image" Target="/ppt/media/image3.png" Id="R053acb1c4b134cfe" /><Relationship Type="http://schemas.openxmlformats.org/officeDocument/2006/relationships/image" Target="/ppt/media/image4.png" Id="Rfbfb4dbb4cf143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36c09d84345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88761154f48a0" /><Relationship Type="http://schemas.openxmlformats.org/officeDocument/2006/relationships/image" Target="/ppt/media/image2.png" Id="Rbc6d8aca20ee4b34" /><Relationship Type="http://schemas.openxmlformats.org/officeDocument/2006/relationships/image" Target="/ppt/media/image5.png" Id="R890680483c2b42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f97fa58f748b2" /><Relationship Type="http://schemas.openxmlformats.org/officeDocument/2006/relationships/image" Target="/ppt/media/image.png" Id="R260426149da04258" /><Relationship Type="http://schemas.openxmlformats.org/officeDocument/2006/relationships/image" Target="/ppt/media/image3.png" Id="Rc915acbaeaa0445c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a548428fd4d59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a12662f2634efd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3acb1c4b134cfe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b4dbb4cf1438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6d8aca20ee4b34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680483c2b4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426149da04258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15acbaeaa0445c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8897260b6547a6" /><Relationship Type="http://schemas.openxmlformats.org/officeDocument/2006/relationships/slideLayout" Target="/ppt/slideLayouts/slideLayout1.xml" Id="R6b1c497de4434b5a" /><Relationship Type="http://schemas.openxmlformats.org/officeDocument/2006/relationships/slideLayout" Target="/ppt/slideLayouts/slideLayout2.xml" Id="Rc164117152874134" /><Relationship Type="http://schemas.openxmlformats.org/officeDocument/2006/relationships/slideLayout" Target="/ppt/slideLayouts/slideLayout3.xml" Id="R4cbdadb7d49f4e9f" /><Relationship Type="http://schemas.openxmlformats.org/officeDocument/2006/relationships/slideLayout" Target="/ppt/slideLayouts/slideLayout4.xml" Id="R8d76443fdff44a2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c497de4434b5a"/>
    <p:sldLayoutId xmlns:r="http://schemas.openxmlformats.org/officeDocument/2006/relationships" id="2147483650" r:id="Rc164117152874134"/>
    <p:sldLayoutId xmlns:r="http://schemas.openxmlformats.org/officeDocument/2006/relationships" id="2147483651" r:id="R4cbdadb7d49f4e9f"/>
    <p:sldLayoutId xmlns:r="http://schemas.openxmlformats.org/officeDocument/2006/relationships" id="2147483652" r:id="R8d76443fdff44a2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0fd5477864c49" /><Relationship Type="http://schemas.openxmlformats.org/officeDocument/2006/relationships/notesSlide" Target="/ppt/notesSlides/notesSlide1.xml" Id="R9ac00e7cdb33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5cac59ef394d00" /><Relationship Type="http://schemas.openxmlformats.org/officeDocument/2006/relationships/notesSlide" Target="/ppt/notesSlides/notesSlide2.xml" Id="R8377ba690dc0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ecf2d8e0ef4aad" /><Relationship Type="http://schemas.openxmlformats.org/officeDocument/2006/relationships/notesSlide" Target="/ppt/notesSlides/notesSlide3.xml" Id="R124a72c89f344b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ade5189ba34845" /><Relationship Type="http://schemas.openxmlformats.org/officeDocument/2006/relationships/notesSlide" Target="/ppt/notesSlides/notesSlide4.xml" Id="R40a2ee889117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dea3f330dd4d2e" /><Relationship Type="http://schemas.openxmlformats.org/officeDocument/2006/relationships/notesSlide" Target="/ppt/notesSlides/notesSlide5.xml" Id="R456d60377072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72b9eecea941df" /><Relationship Type="http://schemas.openxmlformats.org/officeDocument/2006/relationships/notesSlide" Target="/ppt/notesSlides/notesSlide6.xml" Id="R562f7a555da646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08ebb9b2e04917" /><Relationship Type="http://schemas.openxmlformats.org/officeDocument/2006/relationships/notesSlide" Target="/ppt/notesSlides/notesSlide7.xml" Id="Rca03ed6f50fb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96b8e9805e4808" /><Relationship Type="http://schemas.openxmlformats.org/officeDocument/2006/relationships/notesSlide" Target="/ppt/notesSlides/notesSlide8.xml" Id="R9c80a4437c3c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0a2809146d42eb" /><Relationship Type="http://schemas.openxmlformats.org/officeDocument/2006/relationships/notesSlide" Target="/ppt/notesSlides/notesSlide9.xml" Id="Rdddbc5b567cd43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1256f70beb4242" /><Relationship Type="http://schemas.openxmlformats.org/officeDocument/2006/relationships/notesSlide" Target="/ppt/notesSlides/notesSlide10.xml" Id="Rb83f25f39d09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b464b3d93d4040" /><Relationship Type="http://schemas.openxmlformats.org/officeDocument/2006/relationships/notesSlide" Target="/ppt/notesSlides/notesSlide11.xml" Id="R5eb061c7fd4c40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61dfae567d420f" /><Relationship Type="http://schemas.openxmlformats.org/officeDocument/2006/relationships/notesSlide" Target="/ppt/notesSlides/notesSlide12.xml" Id="Rff23e0d78b6e4c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3b042ec87b45f8" /><Relationship Type="http://schemas.openxmlformats.org/officeDocument/2006/relationships/notesSlide" Target="/ppt/notesSlides/notesSlide13.xml" Id="Rcf3c8ee9485742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35cc76f266409e" /><Relationship Type="http://schemas.openxmlformats.org/officeDocument/2006/relationships/notesSlide" Target="/ppt/notesSlides/notesSlide14.xml" Id="R2c3138ae738b4e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ff3f4fc61745aa" /><Relationship Type="http://schemas.openxmlformats.org/officeDocument/2006/relationships/notesSlide" Target="/ppt/notesSlides/notesSlide15.xml" Id="R9775a87a8f6b46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98a6f7e44a4f52" /><Relationship Type="http://schemas.openxmlformats.org/officeDocument/2006/relationships/notesSlide" Target="/ppt/notesSlides/notesSlide16.xml" Id="R51dafb1b6c6846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f71b47a898428d" /><Relationship Type="http://schemas.openxmlformats.org/officeDocument/2006/relationships/notesSlide" Target="/ppt/notesSlides/notesSlide17.xml" Id="R75d5ab670bd342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7ce32f6a02496b" /><Relationship Type="http://schemas.openxmlformats.org/officeDocument/2006/relationships/notesSlide" Target="/ppt/notesSlides/notesSlide18.xml" Id="R89707efc7df645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fe62417bb84bd1" /><Relationship Type="http://schemas.openxmlformats.org/officeDocument/2006/relationships/notesSlide" Target="/ppt/notesSlides/notesSlide19.xml" Id="Re54dfe36f28748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97715c590a4efc" /><Relationship Type="http://schemas.openxmlformats.org/officeDocument/2006/relationships/notesSlide" Target="/ppt/notesSlides/notesSlide20.xml" Id="R8d4ffd50d3a74f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00150" y="3067050"/>
            <a:ext cx="9791700" cy="23241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3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受限循环 → 八要素契约 → 可审计工作流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3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11 课给出循环骨架，本课补齐任务、权限、工件、评价与恢复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3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第十二讲｜阶段七：原型验证·工作流设计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19200"/>
            <a:ext cx="10191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从会用 Agent，到看懂谁替你做决定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八要素把黑箱改写成可审计的设计决定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n0">
            <a:extLst xmlns:a="http://schemas.openxmlformats.org/drawingml/2006/main">
              <a:ext uri="{FF2B5EF4-FFF2-40B4-BE49-F238E27FC236}">
                <a16:creationId xmlns:a16="http://schemas.microsoft.com/office/drawing/2014/main" id="{50E40AD1-D57E-4EFC-B1C1-6F633137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2-t0">
            <a:extLst xmlns:a="http://schemas.openxmlformats.org/drawingml/2006/main">
              <a:ext uri="{FF2B5EF4-FFF2-40B4-BE49-F238E27FC236}">
                <a16:creationId xmlns:a16="http://schemas.microsoft.com/office/drawing/2014/main" id="{1042240F-C246-4BFE-BC02-4669E997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1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</p:txBody>
      </p:sp>
      <p:sp>
        <p:nvSpPr>
          <p:cNvPr id="8" name="p02-a0">
            <a:extLst xmlns:a="http://schemas.openxmlformats.org/drawingml/2006/main">
              <a:ext uri="{FF2B5EF4-FFF2-40B4-BE49-F238E27FC236}">
                <a16:creationId xmlns:a16="http://schemas.microsoft.com/office/drawing/2014/main" id="{80E0D228-BCAB-4E10-AD5C-FDCE2DA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14287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2-n1">
            <a:extLst xmlns:a="http://schemas.openxmlformats.org/drawingml/2006/main">
              <a:ext uri="{FF2B5EF4-FFF2-40B4-BE49-F238E27FC236}">
                <a16:creationId xmlns:a16="http://schemas.microsoft.com/office/drawing/2014/main" id="{F30FDBFC-CDD2-4876-8620-57B53A5E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02-t1">
            <a:extLst xmlns:a="http://schemas.openxmlformats.org/drawingml/2006/main">
              <a:ext uri="{FF2B5EF4-FFF2-40B4-BE49-F238E27FC236}">
                <a16:creationId xmlns:a16="http://schemas.microsoft.com/office/drawing/2014/main" id="{7306A7C5-C857-463A-A55F-620AD8E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1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1" name="p02-a1">
            <a:extLst xmlns:a="http://schemas.openxmlformats.org/drawingml/2006/main">
              <a:ext uri="{FF2B5EF4-FFF2-40B4-BE49-F238E27FC236}">
                <a16:creationId xmlns:a16="http://schemas.microsoft.com/office/drawing/2014/main" id="{CC3D969C-00DE-410A-B10C-A643E995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14287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02-n2">
            <a:extLst xmlns:a="http://schemas.openxmlformats.org/drawingml/2006/main">
              <a:ext uri="{FF2B5EF4-FFF2-40B4-BE49-F238E27FC236}">
                <a16:creationId xmlns:a16="http://schemas.microsoft.com/office/drawing/2014/main" id="{CFB587F6-8350-4652-B6D5-C55EB9B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02-t2">
            <a:extLst xmlns:a="http://schemas.openxmlformats.org/drawingml/2006/main">
              <a:ext uri="{FF2B5EF4-FFF2-40B4-BE49-F238E27FC236}">
                <a16:creationId xmlns:a16="http://schemas.microsoft.com/office/drawing/2014/main" id="{0A9DDF39-E158-42DC-A55D-1BFFEABB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1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Memory / 状态</a:t>
            </a:r>
          </a:p>
        </p:txBody>
      </p:sp>
      <p:sp>
        <p:nvSpPr>
          <p:cNvPr id="14" name="p02-a2">
            <a:extLst xmlns:a="http://schemas.openxmlformats.org/drawingml/2006/main">
              <a:ext uri="{FF2B5EF4-FFF2-40B4-BE49-F238E27FC236}">
                <a16:creationId xmlns:a16="http://schemas.microsoft.com/office/drawing/2014/main" id="{56F37EDD-42C5-4CEB-B850-8896451A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14287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02-n3">
            <a:extLst xmlns:a="http://schemas.openxmlformats.org/drawingml/2006/main">
              <a:ext uri="{FF2B5EF4-FFF2-40B4-BE49-F238E27FC236}">
                <a16:creationId xmlns:a16="http://schemas.microsoft.com/office/drawing/2014/main" id="{85F930EA-D5AC-4B4C-9A13-C82F092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19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02-t3">
            <a:extLst xmlns:a="http://schemas.openxmlformats.org/drawingml/2006/main">
              <a:ext uri="{FF2B5EF4-FFF2-40B4-BE49-F238E27FC236}">
                <a16:creationId xmlns:a16="http://schemas.microsoft.com/office/drawing/2014/main" id="{32F9BAE4-30EE-4BB9-8D8A-4E2B3F37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219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7" name="p02-n4">
            <a:extLst xmlns:a="http://schemas.openxmlformats.org/drawingml/2006/main">
              <a:ext uri="{FF2B5EF4-FFF2-40B4-BE49-F238E27FC236}">
                <a16:creationId xmlns:a16="http://schemas.microsoft.com/office/drawing/2014/main" id="{C87BBB8C-FC07-455D-8E03-2C549E4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p02-t4">
            <a:extLst xmlns:a="http://schemas.openxmlformats.org/drawingml/2006/main">
              <a:ext uri="{FF2B5EF4-FFF2-40B4-BE49-F238E27FC236}">
                <a16:creationId xmlns:a16="http://schemas.microsoft.com/office/drawing/2014/main" id="{1FC3FE0D-AACF-412B-B3BF-39F67267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执行循环</a:t>
            </a:r>
          </a:p>
        </p:txBody>
      </p:sp>
      <p:sp>
        <p:nvSpPr>
          <p:cNvPr id="19" name="p02-a4">
            <a:extLst xmlns:a="http://schemas.openxmlformats.org/drawingml/2006/main">
              <a:ext uri="{FF2B5EF4-FFF2-40B4-BE49-F238E27FC236}">
                <a16:creationId xmlns:a16="http://schemas.microsoft.com/office/drawing/2014/main" id="{7A844E3F-38A0-4A11-8501-6C061B9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3086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02-n5">
            <a:extLst xmlns:a="http://schemas.openxmlformats.org/drawingml/2006/main">
              <a:ext uri="{FF2B5EF4-FFF2-40B4-BE49-F238E27FC236}">
                <a16:creationId xmlns:a16="http://schemas.microsoft.com/office/drawing/2014/main" id="{650BD5F2-7BB6-4A0C-8929-C60088F2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p02-t5">
            <a:extLst xmlns:a="http://schemas.openxmlformats.org/drawingml/2006/main">
              <a:ext uri="{FF2B5EF4-FFF2-40B4-BE49-F238E27FC236}">
                <a16:creationId xmlns:a16="http://schemas.microsoft.com/office/drawing/2014/main" id="{2827F104-F415-4BBB-A035-1A44BF11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工件与追踪</a:t>
            </a:r>
          </a:p>
        </p:txBody>
      </p:sp>
      <p:sp>
        <p:nvSpPr>
          <p:cNvPr id="22" name="p02-a5">
            <a:extLst xmlns:a="http://schemas.openxmlformats.org/drawingml/2006/main">
              <a:ext uri="{FF2B5EF4-FFF2-40B4-BE49-F238E27FC236}">
                <a16:creationId xmlns:a16="http://schemas.microsoft.com/office/drawing/2014/main" id="{E885A0DC-9D42-48CB-8ED8-91F13FD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086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02-n6">
            <a:extLst xmlns:a="http://schemas.openxmlformats.org/drawingml/2006/main">
              <a:ext uri="{FF2B5EF4-FFF2-40B4-BE49-F238E27FC236}">
                <a16:creationId xmlns:a16="http://schemas.microsoft.com/office/drawing/2014/main" id="{1980BBC4-E0FC-42EF-998D-EB92E6D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p02-t6">
            <a:extLst xmlns:a="http://schemas.openxmlformats.org/drawingml/2006/main">
              <a:ext uri="{FF2B5EF4-FFF2-40B4-BE49-F238E27FC236}">
                <a16:creationId xmlns:a16="http://schemas.microsoft.com/office/drawing/2014/main" id="{A3DC38DC-BB9C-45B2-800D-516B06AE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Evals + 人工审核</a:t>
            </a:r>
          </a:p>
        </p:txBody>
      </p:sp>
      <p:sp>
        <p:nvSpPr>
          <p:cNvPr id="25" name="p02-a6">
            <a:extLst xmlns:a="http://schemas.openxmlformats.org/drawingml/2006/main">
              <a:ext uri="{FF2B5EF4-FFF2-40B4-BE49-F238E27FC236}">
                <a16:creationId xmlns:a16="http://schemas.microsoft.com/office/drawing/2014/main" id="{A38604B9-2AFF-4759-9443-45DB07C0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3086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02-n7">
            <a:extLst xmlns:a="http://schemas.openxmlformats.org/drawingml/2006/main">
              <a:ext uri="{FF2B5EF4-FFF2-40B4-BE49-F238E27FC236}">
                <a16:creationId xmlns:a16="http://schemas.microsoft.com/office/drawing/2014/main" id="{5FE5B246-8680-411A-9D5F-AA0C0E1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p02-t7">
            <a:extLst xmlns:a="http://schemas.openxmlformats.org/drawingml/2006/main">
              <a:ext uri="{FF2B5EF4-FFF2-40B4-BE49-F238E27FC236}">
                <a16:creationId xmlns:a16="http://schemas.microsoft.com/office/drawing/2014/main" id="{8AAF4B01-621E-44FD-BC30-9C88D551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失败恢复</a:t>
            </a:r>
          </a:p>
        </p:txBody>
      </p:sp>
      <p:sp>
        <p:nvSpPr>
          <p:cNvPr id="28" name="p02-down">
            <a:extLst xmlns:a="http://schemas.openxmlformats.org/drawingml/2006/main">
              <a:ext uri="{FF2B5EF4-FFF2-40B4-BE49-F238E27FC236}">
                <a16:creationId xmlns:a16="http://schemas.microsoft.com/office/drawing/2014/main" id="{9B37A784-46F6-419B-8FF4-64E754A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39425" y="2262188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02-back">
            <a:extLst xmlns:a="http://schemas.openxmlformats.org/drawingml/2006/main">
              <a:ext uri="{FF2B5EF4-FFF2-40B4-BE49-F238E27FC236}">
                <a16:creationId xmlns:a16="http://schemas.microsoft.com/office/drawing/2014/main" id="{2697F8ED-2E6C-4A3F-9B8B-62973095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890963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02-actions">
            <a:extLst xmlns:a="http://schemas.openxmlformats.org/drawingml/2006/main">
              <a:ext uri="{FF2B5EF4-FFF2-40B4-BE49-F238E27FC236}">
                <a16:creationId xmlns:a16="http://schemas.microsoft.com/office/drawing/2014/main" id="{043C04BB-729C-4EEF-8EFD-466BCA5B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994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拆解别人：每项问“谁决定、写在哪里、怎样验证？”      设计自己：每项写“边界、工件、失败路径”</a:t>
            </a:r>
          </a:p>
        </p:txBody>
      </p:sp>
      <p:sp>
        <p:nvSpPr>
          <p:cNvPr id="31" name="p02-bottom">
            <a:extLst xmlns:a="http://schemas.openxmlformats.org/drawingml/2006/main">
              <a:ext uri="{FF2B5EF4-FFF2-40B4-BE49-F238E27FC236}">
                <a16:creationId xmlns:a16="http://schemas.microsoft.com/office/drawing/2014/main" id="{0B018BF4-C7A4-46D8-84A2-A5FF624E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八要素不是功能清单，而是一组必须留下理由的设计决定。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任务契约必须把成功与禁止项一起写明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left-head">
            <a:extLst xmlns:a="http://schemas.openxmlformats.org/drawingml/2006/main">
              <a:ext uri="{FF2B5EF4-FFF2-40B4-BE49-F238E27FC236}">
                <a16:creationId xmlns:a16="http://schemas.microsoft.com/office/drawing/2014/main" id="{25A23CE9-A2A6-4051-8D35-18EC9E5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AutoResearch 当前 program.md</a:t>
            </a:r>
          </a:p>
        </p:txBody>
      </p:sp>
      <p:sp>
        <p:nvSpPr>
          <p:cNvPr id="7" name="p03-l0-l">
            <a:extLst xmlns:a="http://schemas.openxmlformats.org/drawingml/2006/main">
              <a:ext uri="{FF2B5EF4-FFF2-40B4-BE49-F238E27FC236}">
                <a16:creationId xmlns:a16="http://schemas.microsoft.com/office/drawing/2014/main" id="{2F480976-EA9F-4866-9F24-B77B1ED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295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 / 范围</a:t>
            </a:r>
          </a:p>
        </p:txBody>
      </p:sp>
      <p:sp>
        <p:nvSpPr>
          <p:cNvPr id="8" name="p03-l0-t">
            <a:extLst xmlns:a="http://schemas.openxmlformats.org/drawingml/2006/main">
              <a:ext uri="{FF2B5EF4-FFF2-40B4-BE49-F238E27FC236}">
                <a16:creationId xmlns:a16="http://schemas.microsoft.com/office/drawing/2014/main" id="{CB9AE35C-D2F8-4967-98B0-060E891E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339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</a:defRPr>
            </a:pPr>
            <a:r>
              <a:rPr sz="12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README + 只读 prepare.py + 唯一可改 train.py</a:t>
            </a:r>
          </a:p>
        </p:txBody>
      </p:sp>
      <p:sp>
        <p:nvSpPr>
          <p:cNvPr id="9" name="p03-l1-l">
            <a:extLst xmlns:a="http://schemas.openxmlformats.org/drawingml/2006/main">
              <a:ext uri="{FF2B5EF4-FFF2-40B4-BE49-F238E27FC236}">
                <a16:creationId xmlns:a16="http://schemas.microsoft.com/office/drawing/2014/main" id="{9DA32698-D081-4C82-AC05-8B00EB4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295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0" name="p03-l1-t">
            <a:extLst xmlns:a="http://schemas.openxmlformats.org/drawingml/2006/main">
              <a:ext uri="{FF2B5EF4-FFF2-40B4-BE49-F238E27FC236}">
                <a16:creationId xmlns:a16="http://schemas.microsoft.com/office/drawing/2014/main" id="{01D8E995-EC7E-4EE7-95AA-89BDE7F0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43150"/>
            <a:ext cx="339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</a:defRPr>
            </a:pPr>
            <a:r>
              <a:rPr sz="12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run.log + results.tsv + 保留实验 commit</a:t>
            </a:r>
          </a:p>
        </p:txBody>
      </p:sp>
      <p:sp>
        <p:nvSpPr>
          <p:cNvPr id="11" name="p03-l2-l">
            <a:extLst xmlns:a="http://schemas.openxmlformats.org/drawingml/2006/main">
              <a:ext uri="{FF2B5EF4-FFF2-40B4-BE49-F238E27FC236}">
                <a16:creationId xmlns:a16="http://schemas.microsoft.com/office/drawing/2014/main" id="{483EBD8A-144F-443D-8DF2-2A41A2B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1295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成功标准</a:t>
            </a:r>
          </a:p>
        </p:txBody>
      </p:sp>
      <p:sp>
        <p:nvSpPr>
          <p:cNvPr id="12" name="p03-l2-t">
            <a:extLst xmlns:a="http://schemas.openxmlformats.org/drawingml/2006/main">
              <a:ext uri="{FF2B5EF4-FFF2-40B4-BE49-F238E27FC236}">
                <a16:creationId xmlns:a16="http://schemas.microsoft.com/office/drawing/2014/main" id="{5B1FAB8C-DF16-4DB5-95BD-6C7D5E0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24200"/>
            <a:ext cx="339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</a:defRPr>
            </a:pPr>
            <a:r>
              <a:rPr sz="12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固定 5 分钟内降低 val_bpb</a:t>
            </a:r>
          </a:p>
        </p:txBody>
      </p:sp>
      <p:sp>
        <p:nvSpPr>
          <p:cNvPr id="13" name="p03-l3-l">
            <a:extLst xmlns:a="http://schemas.openxmlformats.org/drawingml/2006/main">
              <a:ext uri="{FF2B5EF4-FFF2-40B4-BE49-F238E27FC236}">
                <a16:creationId xmlns:a16="http://schemas.microsoft.com/office/drawing/2014/main" id="{06F8BDC2-09BE-4161-B79A-60FF9850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295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禁止项</a:t>
            </a:r>
          </a:p>
        </p:txBody>
      </p:sp>
      <p:sp>
        <p:nvSpPr>
          <p:cNvPr id="14" name="p03-l3-t">
            <a:extLst xmlns:a="http://schemas.openxmlformats.org/drawingml/2006/main">
              <a:ext uri="{FF2B5EF4-FFF2-40B4-BE49-F238E27FC236}">
                <a16:creationId xmlns:a16="http://schemas.microsoft.com/office/drawing/2014/main" id="{9B75E998-C4AC-4A83-9490-ED8E5A4E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05250"/>
            <a:ext cx="3390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</a:defRPr>
            </a:pPr>
            <a:r>
              <a:rPr sz="12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不改评价器 / 数据准备；不新增依赖</a:t>
            </a:r>
          </a:p>
        </p:txBody>
      </p:sp>
      <p:sp>
        <p:nvSpPr>
          <p:cNvPr id="15" name="p03-mid">
            <a:extLst xmlns:a="http://schemas.openxmlformats.org/drawingml/2006/main">
              <a:ext uri="{FF2B5EF4-FFF2-40B4-BE49-F238E27FC236}">
                <a16:creationId xmlns:a16="http://schemas.microsoft.com/office/drawing/2014/main" id="{CF92BACD-E3B8-4882-9D4E-FE8455B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14825" y="27813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03-right-head">
            <a:extLst xmlns:a="http://schemas.openxmlformats.org/drawingml/2006/main">
              <a:ext uri="{FF2B5EF4-FFF2-40B4-BE49-F238E27FC236}">
                <a16:creationId xmlns:a16="http://schemas.microsoft.com/office/drawing/2014/main" id="{545A6FB6-00D1-4E3B-8854-9B752663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52500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把“整理相关论文”改写成契约</a:t>
            </a:r>
          </a:p>
        </p:txBody>
      </p:sp>
      <p:sp>
        <p:nvSpPr>
          <p:cNvPr id="17" name="p03-r0-l">
            <a:extLst xmlns:a="http://schemas.openxmlformats.org/drawingml/2006/main">
              <a:ext uri="{FF2B5EF4-FFF2-40B4-BE49-F238E27FC236}">
                <a16:creationId xmlns:a16="http://schemas.microsoft.com/office/drawing/2014/main" id="{6F59D341-82A0-48A3-96BE-A11FEAB1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8" name="p03-r0-t">
            <a:extLst xmlns:a="http://schemas.openxmlformats.org/drawingml/2006/main">
              <a:ext uri="{FF2B5EF4-FFF2-40B4-BE49-F238E27FC236}">
                <a16:creationId xmlns:a16="http://schemas.microsoft.com/office/drawing/2014/main" id="{6E8BEF71-B329-4C0A-984B-4A326853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7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≤30 篇；每篇 DOI + PDF</a:t>
            </a:r>
          </a:p>
        </p:txBody>
      </p:sp>
      <p:sp>
        <p:nvSpPr>
          <p:cNvPr id="19" name="p03-r1-l">
            <a:extLst xmlns:a="http://schemas.openxmlformats.org/drawingml/2006/main">
              <a:ext uri="{FF2B5EF4-FFF2-40B4-BE49-F238E27FC236}">
                <a16:creationId xmlns:a16="http://schemas.microsoft.com/office/drawing/2014/main" id="{AD949178-DAAD-4065-94CB-8B5425C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p03-r1-t">
            <a:extLst xmlns:a="http://schemas.openxmlformats.org/drawingml/2006/main">
              <a:ext uri="{FF2B5EF4-FFF2-40B4-BE49-F238E27FC236}">
                <a16:creationId xmlns:a16="http://schemas.microsoft.com/office/drawing/2014/main" id="{A205130E-1F23-4DBF-94D1-2AC3777C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367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证据地图；每条含原文位置</a:t>
            </a:r>
          </a:p>
        </p:txBody>
      </p:sp>
      <p:sp>
        <p:nvSpPr>
          <p:cNvPr id="21" name="p03-r2-l">
            <a:extLst xmlns:a="http://schemas.openxmlformats.org/drawingml/2006/main">
              <a:ext uri="{FF2B5EF4-FFF2-40B4-BE49-F238E27FC236}">
                <a16:creationId xmlns:a16="http://schemas.microsoft.com/office/drawing/2014/main" id="{A352669A-847C-4BD1-99A3-2D4484D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22" name="p03-r2-t">
            <a:extLst xmlns:a="http://schemas.openxmlformats.org/drawingml/2006/main">
              <a:ext uri="{FF2B5EF4-FFF2-40B4-BE49-F238E27FC236}">
                <a16:creationId xmlns:a16="http://schemas.microsoft.com/office/drawing/2014/main" id="{FFDA8CAB-6811-4AD7-8BF7-C3C6121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367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主张可回到原文页码</a:t>
            </a:r>
          </a:p>
        </p:txBody>
      </p:sp>
      <p:sp>
        <p:nvSpPr>
          <p:cNvPr id="23" name="p03-r3-l">
            <a:extLst xmlns:a="http://schemas.openxmlformats.org/drawingml/2006/main">
              <a:ext uri="{FF2B5EF4-FFF2-40B4-BE49-F238E27FC236}">
                <a16:creationId xmlns:a16="http://schemas.microsoft.com/office/drawing/2014/main" id="{68DA28BE-3D8E-4BBF-B751-D3FF7E4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不适用</a:t>
            </a:r>
          </a:p>
        </p:txBody>
      </p:sp>
      <p:sp>
        <p:nvSpPr>
          <p:cNvPr id="24" name="p03-r3-t">
            <a:extLst xmlns:a="http://schemas.openxmlformats.org/drawingml/2006/main">
              <a:ext uri="{FF2B5EF4-FFF2-40B4-BE49-F238E27FC236}">
                <a16:creationId xmlns:a16="http://schemas.microsoft.com/office/drawing/2014/main" id="{B199CAAF-00E7-48B0-ADE5-FC165243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67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清单外文献 / 实验复现论断</a:t>
            </a:r>
          </a:p>
        </p:txBody>
      </p:sp>
      <p:sp>
        <p:nvSpPr>
          <p:cNvPr id="25" name="p03-bottom">
            <a:extLst xmlns:a="http://schemas.openxmlformats.org/drawingml/2006/main">
              <a:ext uri="{FF2B5EF4-FFF2-40B4-BE49-F238E27FC236}">
                <a16:creationId xmlns:a16="http://schemas.microsoft.com/office/drawing/2014/main" id="{2ADB0877-95DC-4781-8CCE-725FB16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目标与禁止项必须同时进入执行契约。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 是输入，Memory 必须落到可审计工件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context">
            <a:extLst xmlns:a="http://schemas.openxmlformats.org/drawingml/2006/main">
              <a:ext uri="{FF2B5EF4-FFF2-40B4-BE49-F238E27FC236}">
                <a16:creationId xmlns:a16="http://schemas.microsoft.com/office/drawing/2014/main" id="{75315D63-FA3E-4C05-9CDD-DE019F6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38A"/>
                </a:solidFill>
              </a:defRPr>
            </a:pPr>
            <a:r>
              <a:rPr sz="20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  <a:p xmlns:a="http://schemas.openxmlformats.org/drawingml/2006/main">
            <a:pPr algn="ctr">
              <a:defRPr sz="2025" b="1">
                <a:solidFill>
                  <a:srgbClr val="2F638A"/>
                </a:solidFill>
              </a:defRPr>
            </a:pPr>
            <a:r>
              <a:rPr sz="20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当前步骤可见的材料</a:t>
            </a:r>
          </a:p>
        </p:txBody>
      </p:sp>
      <p:sp>
        <p:nvSpPr>
          <p:cNvPr id="7" name="p04-c0">
            <a:extLst xmlns:a="http://schemas.openxmlformats.org/drawingml/2006/main">
              <a:ext uri="{FF2B5EF4-FFF2-40B4-BE49-F238E27FC236}">
                <a16:creationId xmlns:a16="http://schemas.microsoft.com/office/drawing/2014/main" id="{0A0557EF-6644-44F8-8D61-8F8D4598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</p:txBody>
      </p:sp>
      <p:sp>
        <p:nvSpPr>
          <p:cNvPr id="8" name="p04-c1">
            <a:extLst xmlns:a="http://schemas.openxmlformats.org/drawingml/2006/main">
              <a:ext uri="{FF2B5EF4-FFF2-40B4-BE49-F238E27FC236}">
                <a16:creationId xmlns:a16="http://schemas.microsoft.com/office/drawing/2014/main" id="{0056708D-210A-4D5B-86D4-D65E1415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允许的论文清单</a:t>
            </a:r>
          </a:p>
        </p:txBody>
      </p:sp>
      <p:sp>
        <p:nvSpPr>
          <p:cNvPr id="9" name="p04-c2">
            <a:extLst xmlns:a="http://schemas.openxmlformats.org/drawingml/2006/main">
              <a:ext uri="{FF2B5EF4-FFF2-40B4-BE49-F238E27FC236}">
                <a16:creationId xmlns:a16="http://schemas.microsoft.com/office/drawing/2014/main" id="{5FAE21CE-97C8-4711-87FE-CCE695F7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当前工件快照</a:t>
            </a:r>
          </a:p>
        </p:txBody>
      </p:sp>
      <p:sp>
        <p:nvSpPr>
          <p:cNvPr id="10" name="p04-arrow">
            <a:extLst xmlns:a="http://schemas.openxmlformats.org/drawingml/2006/main">
              <a:ext uri="{FF2B5EF4-FFF2-40B4-BE49-F238E27FC236}">
                <a16:creationId xmlns:a16="http://schemas.microsoft.com/office/drawing/2014/main" id="{CFCC3B79-9D7A-4389-9418-51CB5DE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8161E"/>
                </a:solidFill>
              </a:defRPr>
            </a:pPr>
            <a:r>
              <a:rPr sz="27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p04-memory">
            <a:extLst xmlns:a="http://schemas.openxmlformats.org/drawingml/2006/main">
              <a:ext uri="{FF2B5EF4-FFF2-40B4-BE49-F238E27FC236}">
                <a16:creationId xmlns:a16="http://schemas.microsoft.com/office/drawing/2014/main" id="{4C10EE35-0C6B-4044-AF93-C7B06E6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00150"/>
            <a:ext cx="4095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Memory / 状态</a:t>
            </a:r>
          </a:p>
          <a:p xmlns:a="http://schemas.openxmlformats.org/drawingml/2006/main"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跨步骤写回的可审计工件</a:t>
            </a:r>
          </a:p>
        </p:txBody>
      </p:sp>
      <p:sp>
        <p:nvSpPr>
          <p:cNvPr id="12" name="p04-m0">
            <a:extLst xmlns:a="http://schemas.openxmlformats.org/drawingml/2006/main">
              <a:ext uri="{FF2B5EF4-FFF2-40B4-BE49-F238E27FC236}">
                <a16:creationId xmlns:a16="http://schemas.microsoft.com/office/drawing/2014/main" id="{744D4C0D-6BB4-48F2-9812-73F11221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289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state.json / checkpoint</a:t>
            </a:r>
          </a:p>
        </p:txBody>
      </p:sp>
      <p:sp>
        <p:nvSpPr>
          <p:cNvPr id="13" name="p04-m1">
            <a:extLst xmlns:a="http://schemas.openxmlformats.org/drawingml/2006/main">
              <a:ext uri="{FF2B5EF4-FFF2-40B4-BE49-F238E27FC236}">
                <a16:creationId xmlns:a16="http://schemas.microsoft.com/office/drawing/2014/main" id="{2156476D-AD79-4719-9B68-EDAA06CB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385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evidence-map.md</a:t>
            </a:r>
          </a:p>
        </p:txBody>
      </p:sp>
      <p:sp>
        <p:nvSpPr>
          <p:cNvPr id="14" name="p04-m2">
            <a:extLst xmlns:a="http://schemas.openxmlformats.org/drawingml/2006/main">
              <a:ext uri="{FF2B5EF4-FFF2-40B4-BE49-F238E27FC236}">
                <a16:creationId xmlns:a16="http://schemas.microsoft.com/office/drawing/2014/main" id="{8451AA8A-6C84-480D-A123-12065B3E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run.log / decision log</a:t>
            </a:r>
          </a:p>
        </p:txBody>
      </p:sp>
      <p:sp>
        <p:nvSpPr>
          <p:cNvPr id="15" name="p04-chat">
            <a:extLst xmlns:a="http://schemas.openxmlformats.org/drawingml/2006/main">
              <a:ext uri="{FF2B5EF4-FFF2-40B4-BE49-F238E27FC236}">
                <a16:creationId xmlns:a16="http://schemas.microsoft.com/office/drawing/2014/main" id="{DF68C4B9-6174-4A04-BDDB-4CB1F55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57400"/>
            <a:ext cx="1581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会话记忆</a:t>
            </a:r>
          </a:p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只能作缓存</a:t>
            </a:r>
          </a:p>
        </p:txBody>
      </p:sp>
      <p:sp>
        <p:nvSpPr>
          <p:cNvPr id="16" name="p04-bottom">
            <a:extLst xmlns:a="http://schemas.openxmlformats.org/drawingml/2006/main">
              <a:ext uri="{FF2B5EF4-FFF2-40B4-BE49-F238E27FC236}">
                <a16:creationId xmlns:a16="http://schemas.microsoft.com/office/drawing/2014/main" id="{9F7D3A26-1BFE-4429-A243-0D40F5D0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Context 选择是研究判断；Memory 不能只存在于聊天记录。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工具权限分五档，外部动作必须人工确认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n0">
            <a:extLst xmlns:a="http://schemas.openxmlformats.org/drawingml/2006/main">
              <a:ext uri="{FF2B5EF4-FFF2-40B4-BE49-F238E27FC236}">
                <a16:creationId xmlns:a16="http://schemas.microsoft.com/office/drawing/2014/main" id="{94CCB793-0AC2-4563-AE27-388C7A3B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5-l0">
            <a:extLst xmlns:a="http://schemas.openxmlformats.org/drawingml/2006/main">
              <a:ext uri="{FF2B5EF4-FFF2-40B4-BE49-F238E27FC236}">
                <a16:creationId xmlns:a16="http://schemas.microsoft.com/office/drawing/2014/main" id="{1233C51E-393A-41C2-AB07-4D72A339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只读</a:t>
            </a:r>
          </a:p>
        </p:txBody>
      </p:sp>
      <p:sp>
        <p:nvSpPr>
          <p:cNvPr id="8" name="p05-d0">
            <a:extLst xmlns:a="http://schemas.openxmlformats.org/drawingml/2006/main">
              <a:ext uri="{FF2B5EF4-FFF2-40B4-BE49-F238E27FC236}">
                <a16:creationId xmlns:a16="http://schemas.microsoft.com/office/drawing/2014/main" id="{5D984822-E785-414B-8DBE-CDE514B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读文献 / 数据快照</a:t>
            </a:r>
          </a:p>
        </p:txBody>
      </p:sp>
      <p:sp>
        <p:nvSpPr>
          <p:cNvPr id="9" name="p05-up0">
            <a:extLst xmlns:a="http://schemas.openxmlformats.org/drawingml/2006/main">
              <a:ext uri="{FF2B5EF4-FFF2-40B4-BE49-F238E27FC236}">
                <a16:creationId xmlns:a16="http://schemas.microsoft.com/office/drawing/2014/main" id="{E0CEE691-1DEB-4524-BC78-4A12604F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73433">
            <a:off x="2442783" y="3924300"/>
            <a:ext cx="657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5-n1">
            <a:extLst xmlns:a="http://schemas.openxmlformats.org/drawingml/2006/main">
              <a:ext uri="{FF2B5EF4-FFF2-40B4-BE49-F238E27FC236}">
                <a16:creationId xmlns:a16="http://schemas.microsoft.com/office/drawing/2014/main" id="{C99A9DC4-CE53-4692-A5B0-D8AEBCA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05-l1">
            <a:extLst xmlns:a="http://schemas.openxmlformats.org/drawingml/2006/main">
              <a:ext uri="{FF2B5EF4-FFF2-40B4-BE49-F238E27FC236}">
                <a16:creationId xmlns:a16="http://schemas.microsoft.com/office/drawing/2014/main" id="{A56AC460-013A-4664-B83A-842671F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909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38A"/>
                </a:solidFill>
              </a:defRPr>
            </a:pPr>
            <a:r>
              <a:rPr sz="15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草稿写入</a:t>
            </a:r>
          </a:p>
        </p:txBody>
      </p:sp>
      <p:sp>
        <p:nvSpPr>
          <p:cNvPr id="12" name="p05-d1">
            <a:extLst xmlns:a="http://schemas.openxmlformats.org/drawingml/2006/main">
              <a:ext uri="{FF2B5EF4-FFF2-40B4-BE49-F238E27FC236}">
                <a16:creationId xmlns:a16="http://schemas.microsoft.com/office/drawing/2014/main" id="{4646E472-EDB7-40F9-A118-4B5014FF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只写 .work / 草稿</a:t>
            </a:r>
          </a:p>
        </p:txBody>
      </p:sp>
      <p:sp>
        <p:nvSpPr>
          <p:cNvPr id="13" name="p05-up1">
            <a:extLst xmlns:a="http://schemas.openxmlformats.org/drawingml/2006/main">
              <a:ext uri="{FF2B5EF4-FFF2-40B4-BE49-F238E27FC236}">
                <a16:creationId xmlns:a16="http://schemas.microsoft.com/office/drawing/2014/main" id="{2E5BFC2F-B9EC-4E22-9613-8EF5CCE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73433">
            <a:off x="4709733" y="3314700"/>
            <a:ext cx="657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5-n2">
            <a:extLst xmlns:a="http://schemas.openxmlformats.org/drawingml/2006/main">
              <a:ext uri="{FF2B5EF4-FFF2-40B4-BE49-F238E27FC236}">
                <a16:creationId xmlns:a16="http://schemas.microsoft.com/office/drawing/2014/main" id="{2B35C350-3A44-4D49-9E77-EBC96352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05-l2">
            <a:extLst xmlns:a="http://schemas.openxmlformats.org/drawingml/2006/main">
              <a:ext uri="{FF2B5EF4-FFF2-40B4-BE49-F238E27FC236}">
                <a16:creationId xmlns:a16="http://schemas.microsoft.com/office/drawing/2014/main" id="{352BB8DC-13B6-41CF-B74C-5A3A4E2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6" name="p05-d2">
            <a:extLst xmlns:a="http://schemas.openxmlformats.org/drawingml/2006/main">
              <a:ext uri="{FF2B5EF4-FFF2-40B4-BE49-F238E27FC236}">
                <a16:creationId xmlns:a16="http://schemas.microsoft.com/office/drawing/2014/main" id="{7CF54ED2-DDCC-4EC9-85DB-8FEED94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运行脚本 / 测试</a:t>
            </a:r>
          </a:p>
        </p:txBody>
      </p:sp>
      <p:sp>
        <p:nvSpPr>
          <p:cNvPr id="17" name="p05-up2">
            <a:extLst xmlns:a="http://schemas.openxmlformats.org/drawingml/2006/main">
              <a:ext uri="{FF2B5EF4-FFF2-40B4-BE49-F238E27FC236}">
                <a16:creationId xmlns:a16="http://schemas.microsoft.com/office/drawing/2014/main" id="{D287F230-C053-4BE1-A23A-143BA2C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73433">
            <a:off x="6976683" y="2705100"/>
            <a:ext cx="657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05-n3">
            <a:extLst xmlns:a="http://schemas.openxmlformats.org/drawingml/2006/main">
              <a:ext uri="{FF2B5EF4-FFF2-40B4-BE49-F238E27FC236}">
                <a16:creationId xmlns:a16="http://schemas.microsoft.com/office/drawing/2014/main" id="{2CB692B4-4DD1-4F78-BED8-9A1D9FC5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05-l3">
            <a:extLst xmlns:a="http://schemas.openxmlformats.org/drawingml/2006/main">
              <a:ext uri="{FF2B5EF4-FFF2-40B4-BE49-F238E27FC236}">
                <a16:creationId xmlns:a16="http://schemas.microsoft.com/office/drawing/2014/main" id="{CBBD0196-68BA-47D5-8F18-7519C2CE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正式写回</a:t>
            </a:r>
          </a:p>
        </p:txBody>
      </p:sp>
      <p:sp>
        <p:nvSpPr>
          <p:cNvPr id="20" name="p05-d3">
            <a:extLst xmlns:a="http://schemas.openxmlformats.org/drawingml/2006/main">
              <a:ext uri="{FF2B5EF4-FFF2-40B4-BE49-F238E27FC236}">
                <a16:creationId xmlns:a16="http://schemas.microsoft.com/office/drawing/2014/main" id="{2B92CB16-79AB-466C-90B9-6F0B0141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049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改 evidence-map / 项目工件</a:t>
            </a:r>
          </a:p>
        </p:txBody>
      </p:sp>
      <p:sp>
        <p:nvSpPr>
          <p:cNvPr id="21" name="p05-up3">
            <a:extLst xmlns:a="http://schemas.openxmlformats.org/drawingml/2006/main">
              <a:ext uri="{FF2B5EF4-FFF2-40B4-BE49-F238E27FC236}">
                <a16:creationId xmlns:a16="http://schemas.microsoft.com/office/drawing/2014/main" id="{9F67EDB5-0D7C-4854-BBBA-8D7F5858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73433">
            <a:off x="9243633" y="2095500"/>
            <a:ext cx="657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05-n4">
            <a:extLst xmlns:a="http://schemas.openxmlformats.org/drawingml/2006/main">
              <a:ext uri="{FF2B5EF4-FFF2-40B4-BE49-F238E27FC236}">
                <a16:creationId xmlns:a16="http://schemas.microsoft.com/office/drawing/2014/main" id="{4EC42E8E-B696-4885-A85D-AA9B10A3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621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p05-l4">
            <a:extLst xmlns:a="http://schemas.openxmlformats.org/drawingml/2006/main">
              <a:ext uri="{FF2B5EF4-FFF2-40B4-BE49-F238E27FC236}">
                <a16:creationId xmlns:a16="http://schemas.microsoft.com/office/drawing/2014/main" id="{4CD380D5-A7D8-4ED1-8F69-EAF84B62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562100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外部动作</a:t>
            </a:r>
          </a:p>
        </p:txBody>
      </p:sp>
      <p:sp>
        <p:nvSpPr>
          <p:cNvPr id="24" name="p05-d4">
            <a:extLst xmlns:a="http://schemas.openxmlformats.org/drawingml/2006/main">
              <a:ext uri="{FF2B5EF4-FFF2-40B4-BE49-F238E27FC236}">
                <a16:creationId xmlns:a16="http://schemas.microsoft.com/office/drawing/2014/main" id="{CF414269-79AA-42A6-B8E5-DE12D73C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联网、发送、发布、付费</a:t>
            </a:r>
          </a:p>
        </p:txBody>
      </p:sp>
      <p:sp>
        <p:nvSpPr>
          <p:cNvPr id="25" name="p05-confirm">
            <a:extLst xmlns:a="http://schemas.openxmlformats.org/drawingml/2006/main">
              <a:ext uri="{FF2B5EF4-FFF2-40B4-BE49-F238E27FC236}">
                <a16:creationId xmlns:a16="http://schemas.microsoft.com/office/drawing/2014/main" id="{7F774EFD-B582-46B7-BC37-8CFEA8F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5250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人工确认线</a:t>
            </a:r>
          </a:p>
        </p:txBody>
      </p:sp>
      <p:sp>
        <p:nvSpPr>
          <p:cNvPr id="26" name="p05-redline">
            <a:extLst xmlns:a="http://schemas.openxmlformats.org/drawingml/2006/main">
              <a:ext uri="{FF2B5EF4-FFF2-40B4-BE49-F238E27FC236}">
                <a16:creationId xmlns:a16="http://schemas.microsoft.com/office/drawing/2014/main" id="{501FC737-D80C-4898-B053-190D6347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1447800"/>
            <a:ext cx="403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05-bottom">
            <a:extLst xmlns:a="http://schemas.openxmlformats.org/drawingml/2006/main">
              <a:ext uri="{FF2B5EF4-FFF2-40B4-BE49-F238E27FC236}">
                <a16:creationId xmlns:a16="http://schemas.microsoft.com/office/drawing/2014/main" id="{676FC04C-4F3E-4424-8600-2A5972A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越接近正式工件和外部世界，越不能由 Agent 自行升级权限。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执行模式越自主，评价与停止越要独立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axis">
            <a:extLst xmlns:a="http://schemas.openxmlformats.org/drawingml/2006/main">
              <a:ext uri="{FF2B5EF4-FFF2-40B4-BE49-F238E27FC236}">
                <a16:creationId xmlns:a16="http://schemas.microsoft.com/office/drawing/2014/main" id="{4E669188-078B-4977-83AE-E354731B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1242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6-i0">
            <a:extLst xmlns:a="http://schemas.openxmlformats.org/drawingml/2006/main">
              <a:ext uri="{FF2B5EF4-FFF2-40B4-BE49-F238E27FC236}">
                <a16:creationId xmlns:a16="http://schemas.microsoft.com/office/drawing/2014/main" id="{0F8A6518-1914-4285-95F8-33FFF92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06-a0">
            <a:extLst xmlns:a="http://schemas.openxmlformats.org/drawingml/2006/main">
              <a:ext uri="{FF2B5EF4-FFF2-40B4-BE49-F238E27FC236}">
                <a16:creationId xmlns:a16="http://schemas.microsoft.com/office/drawing/2014/main" id="{49C544CA-8127-4317-A638-E5DD7F3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Prompt chaining</a:t>
            </a:r>
          </a:p>
        </p:txBody>
      </p:sp>
      <p:sp>
        <p:nvSpPr>
          <p:cNvPr id="9" name="p06-b0">
            <a:extLst xmlns:a="http://schemas.openxmlformats.org/drawingml/2006/main">
              <a:ext uri="{FF2B5EF4-FFF2-40B4-BE49-F238E27FC236}">
                <a16:creationId xmlns:a16="http://schemas.microsoft.com/office/drawing/2014/main" id="{4FF5123A-A957-4D50-BC6B-AC041A1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串行</a:t>
            </a:r>
          </a:p>
        </p:txBody>
      </p:sp>
      <p:sp>
        <p:nvSpPr>
          <p:cNvPr id="10" name="p06-i1">
            <a:extLst xmlns:a="http://schemas.openxmlformats.org/drawingml/2006/main">
              <a:ext uri="{FF2B5EF4-FFF2-40B4-BE49-F238E27FC236}">
                <a16:creationId xmlns:a16="http://schemas.microsoft.com/office/drawing/2014/main" id="{7E11E4CE-A48E-46F5-91F7-F4E0DF1D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06-a1">
            <a:extLst xmlns:a="http://schemas.openxmlformats.org/drawingml/2006/main">
              <a:ext uri="{FF2B5EF4-FFF2-40B4-BE49-F238E27FC236}">
                <a16:creationId xmlns:a16="http://schemas.microsoft.com/office/drawing/2014/main" id="{E1449190-EAE3-4ACE-BC80-B86F8DE7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12" name="p06-b1">
            <a:extLst xmlns:a="http://schemas.openxmlformats.org/drawingml/2006/main">
              <a:ext uri="{FF2B5EF4-FFF2-40B4-BE49-F238E27FC236}">
                <a16:creationId xmlns:a16="http://schemas.microsoft.com/office/drawing/2014/main" id="{DC8B45C1-C251-43A1-AD99-8B4B0FA2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分流</a:t>
            </a:r>
          </a:p>
        </p:txBody>
      </p:sp>
      <p:sp>
        <p:nvSpPr>
          <p:cNvPr id="13" name="p06-i2">
            <a:extLst xmlns:a="http://schemas.openxmlformats.org/drawingml/2006/main">
              <a:ext uri="{FF2B5EF4-FFF2-40B4-BE49-F238E27FC236}">
                <a16:creationId xmlns:a16="http://schemas.microsoft.com/office/drawing/2014/main" id="{51EDFE7A-B1A5-43DD-A6F3-31A83065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p06-a2">
            <a:extLst xmlns:a="http://schemas.openxmlformats.org/drawingml/2006/main">
              <a:ext uri="{FF2B5EF4-FFF2-40B4-BE49-F238E27FC236}">
                <a16:creationId xmlns:a16="http://schemas.microsoft.com/office/drawing/2014/main" id="{930CAA24-08C6-46BB-9408-423570BE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Parallelization</a:t>
            </a:r>
          </a:p>
        </p:txBody>
      </p:sp>
      <p:sp>
        <p:nvSpPr>
          <p:cNvPr id="15" name="p06-b2">
            <a:extLst xmlns:a="http://schemas.openxmlformats.org/drawingml/2006/main">
              <a:ext uri="{FF2B5EF4-FFF2-40B4-BE49-F238E27FC236}">
                <a16:creationId xmlns:a16="http://schemas.microsoft.com/office/drawing/2014/main" id="{28638CC0-D59D-4E82-92C0-BC062F9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并行</a:t>
            </a:r>
          </a:p>
        </p:txBody>
      </p:sp>
      <p:sp>
        <p:nvSpPr>
          <p:cNvPr id="16" name="p06-i3">
            <a:extLst xmlns:a="http://schemas.openxmlformats.org/drawingml/2006/main">
              <a:ext uri="{FF2B5EF4-FFF2-40B4-BE49-F238E27FC236}">
                <a16:creationId xmlns:a16="http://schemas.microsoft.com/office/drawing/2014/main" id="{E766B6EC-3970-4997-9E14-EA84E5BB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06-a3">
            <a:extLst xmlns:a="http://schemas.openxmlformats.org/drawingml/2006/main">
              <a:ext uri="{FF2B5EF4-FFF2-40B4-BE49-F238E27FC236}">
                <a16:creationId xmlns:a16="http://schemas.microsoft.com/office/drawing/2014/main" id="{CA38C0F9-2A0A-40CD-8228-37C62B3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Orchestrator-</a:t>
            </a:r>
          </a:p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workers</a:t>
            </a:r>
          </a:p>
        </p:txBody>
      </p:sp>
      <p:sp>
        <p:nvSpPr>
          <p:cNvPr id="18" name="p06-b3">
            <a:extLst xmlns:a="http://schemas.openxmlformats.org/drawingml/2006/main">
              <a:ext uri="{FF2B5EF4-FFF2-40B4-BE49-F238E27FC236}">
                <a16:creationId xmlns:a16="http://schemas.microsoft.com/office/drawing/2014/main" id="{675DB286-F32D-4403-9DD0-8BEBC29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分解</a:t>
            </a:r>
          </a:p>
        </p:txBody>
      </p:sp>
      <p:sp>
        <p:nvSpPr>
          <p:cNvPr id="19" name="p06-i4">
            <a:extLst xmlns:a="http://schemas.openxmlformats.org/drawingml/2006/main">
              <a:ext uri="{FF2B5EF4-FFF2-40B4-BE49-F238E27FC236}">
                <a16:creationId xmlns:a16="http://schemas.microsoft.com/office/drawing/2014/main" id="{F359EFB7-1F0D-4705-AC3E-4286878C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06-a4">
            <a:extLst xmlns:a="http://schemas.openxmlformats.org/drawingml/2006/main">
              <a:ext uri="{FF2B5EF4-FFF2-40B4-BE49-F238E27FC236}">
                <a16:creationId xmlns:a16="http://schemas.microsoft.com/office/drawing/2014/main" id="{A6DDB96D-F3DD-44BA-93EF-B8D8E3EF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Evaluator-</a:t>
            </a:r>
          </a:p>
          <a:p xmlns:a="http://schemas.openxmlformats.org/drawingml/2006/main">
            <a:pPr algn="ctr">
              <a:defRPr sz="1200" b="1">
                <a:solidFill>
                  <a:srgbClr val="263746"/>
                </a:solidFill>
              </a:defRPr>
            </a:pPr>
            <a:r>
              <a:rPr sz="12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21" name="p06-b4">
            <a:extLst xmlns:a="http://schemas.openxmlformats.org/drawingml/2006/main">
              <a:ext uri="{FF2B5EF4-FFF2-40B4-BE49-F238E27FC236}">
                <a16:creationId xmlns:a16="http://schemas.microsoft.com/office/drawing/2014/main" id="{C6CAD7CA-33FC-4865-8F71-0555148F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迭代</a:t>
            </a:r>
          </a:p>
        </p:txBody>
      </p:sp>
      <p:sp>
        <p:nvSpPr>
          <p:cNvPr id="22" name="p06-i5">
            <a:extLst xmlns:a="http://schemas.openxmlformats.org/drawingml/2006/main">
              <a:ext uri="{FF2B5EF4-FFF2-40B4-BE49-F238E27FC236}">
                <a16:creationId xmlns:a16="http://schemas.microsoft.com/office/drawing/2014/main" id="{D7514F20-BF6B-4261-A58B-B386E7EC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76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06-a5">
            <a:extLst xmlns:a="http://schemas.openxmlformats.org/drawingml/2006/main">
              <a:ext uri="{FF2B5EF4-FFF2-40B4-BE49-F238E27FC236}">
                <a16:creationId xmlns:a16="http://schemas.microsoft.com/office/drawing/2014/main" id="{7346CB36-D467-4776-9A67-F384604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161E"/>
                </a:solidFill>
              </a:defRPr>
            </a:pPr>
            <a:r>
              <a:rPr sz="12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Autonomous agent</a:t>
            </a:r>
          </a:p>
        </p:txBody>
      </p:sp>
      <p:sp>
        <p:nvSpPr>
          <p:cNvPr id="24" name="p06-b5">
            <a:extLst xmlns:a="http://schemas.openxmlformats.org/drawingml/2006/main">
              <a:ext uri="{FF2B5EF4-FFF2-40B4-BE49-F238E27FC236}">
                <a16:creationId xmlns:a16="http://schemas.microsoft.com/office/drawing/2014/main" id="{39499254-00EB-4BB3-B112-5DAA518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04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自主</a:t>
            </a:r>
          </a:p>
        </p:txBody>
      </p:sp>
      <p:sp>
        <p:nvSpPr>
          <p:cNvPr id="25" name="p06-left">
            <a:extLst xmlns:a="http://schemas.openxmlformats.org/drawingml/2006/main">
              <a:ext uri="{FF2B5EF4-FFF2-40B4-BE49-F238E27FC236}">
                <a16:creationId xmlns:a16="http://schemas.microsoft.com/office/drawing/2014/main" id="{CB657491-896A-42A4-BE24-1C29B7D3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确定性更强</a:t>
            </a:r>
          </a:p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边界更窄</a:t>
            </a:r>
          </a:p>
        </p:txBody>
      </p:sp>
      <p:sp>
        <p:nvSpPr>
          <p:cNvPr id="26" name="p06-right">
            <a:extLst xmlns:a="http://schemas.openxmlformats.org/drawingml/2006/main">
              <a:ext uri="{FF2B5EF4-FFF2-40B4-BE49-F238E27FC236}">
                <a16:creationId xmlns:a16="http://schemas.microsoft.com/office/drawing/2014/main" id="{F8975CD8-66CF-4166-98FE-3023478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环境不确定性更高</a:t>
            </a:r>
          </a:p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停止与评价必须更独立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一次运行至少留下输入、动作、结果与判断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n0">
            <a:extLst xmlns:a="http://schemas.openxmlformats.org/drawingml/2006/main">
              <a:ext uri="{FF2B5EF4-FFF2-40B4-BE49-F238E27FC236}">
                <a16:creationId xmlns:a16="http://schemas.microsoft.com/office/drawing/2014/main" id="{D12508BB-CAF4-4D1D-8CBD-E956B279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7-a0">
            <a:extLst xmlns:a="http://schemas.openxmlformats.org/drawingml/2006/main">
              <a:ext uri="{FF2B5EF4-FFF2-40B4-BE49-F238E27FC236}">
                <a16:creationId xmlns:a16="http://schemas.microsoft.com/office/drawing/2014/main" id="{8B42E51B-1878-443A-B904-E658B29D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输入快照</a:t>
            </a:r>
          </a:p>
        </p:txBody>
      </p:sp>
      <p:sp>
        <p:nvSpPr>
          <p:cNvPr id="8" name="p07-b0">
            <a:extLst xmlns:a="http://schemas.openxmlformats.org/drawingml/2006/main">
              <a:ext uri="{FF2B5EF4-FFF2-40B4-BE49-F238E27FC236}">
                <a16:creationId xmlns:a16="http://schemas.microsoft.com/office/drawing/2014/main" id="{FA994876-F2B1-40AA-ACAD-24BB4AE2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684"/>
                </a:solidFill>
              </a:defRPr>
            </a:pPr>
            <a:r>
              <a:rPr sz="1275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DOI / PDF / config</a:t>
            </a:r>
          </a:p>
        </p:txBody>
      </p:sp>
      <p:sp>
        <p:nvSpPr>
          <p:cNvPr id="9" name="p07-l0">
            <a:extLst xmlns:a="http://schemas.openxmlformats.org/drawingml/2006/main">
              <a:ext uri="{FF2B5EF4-FFF2-40B4-BE49-F238E27FC236}">
                <a16:creationId xmlns:a16="http://schemas.microsoft.com/office/drawing/2014/main" id="{27A11177-3B4A-4B5B-9149-0F11D1D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5812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7-n1">
            <a:extLst xmlns:a="http://schemas.openxmlformats.org/drawingml/2006/main">
              <a:ext uri="{FF2B5EF4-FFF2-40B4-BE49-F238E27FC236}">
                <a16:creationId xmlns:a16="http://schemas.microsoft.com/office/drawing/2014/main" id="{E5C43A7E-0287-49D6-9DC6-4A2DA328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145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07-a1">
            <a:extLst xmlns:a="http://schemas.openxmlformats.org/drawingml/2006/main">
              <a:ext uri="{FF2B5EF4-FFF2-40B4-BE49-F238E27FC236}">
                <a16:creationId xmlns:a16="http://schemas.microsoft.com/office/drawing/2014/main" id="{AF762C96-AB3D-496C-AB62-FEC25D5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动作记录</a:t>
            </a:r>
          </a:p>
        </p:txBody>
      </p:sp>
      <p:sp>
        <p:nvSpPr>
          <p:cNvPr id="12" name="p07-b1">
            <a:extLst xmlns:a="http://schemas.openxmlformats.org/drawingml/2006/main">
              <a:ext uri="{FF2B5EF4-FFF2-40B4-BE49-F238E27FC236}">
                <a16:creationId xmlns:a16="http://schemas.microsoft.com/office/drawing/2014/main" id="{91E80771-8D5C-4597-BDD6-0D554DB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337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684"/>
                </a:solidFill>
              </a:defRPr>
            </a:pPr>
            <a:r>
              <a:rPr sz="1275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tool + args + time</a:t>
            </a:r>
          </a:p>
        </p:txBody>
      </p:sp>
      <p:sp>
        <p:nvSpPr>
          <p:cNvPr id="13" name="p07-l1">
            <a:extLst xmlns:a="http://schemas.openxmlformats.org/drawingml/2006/main">
              <a:ext uri="{FF2B5EF4-FFF2-40B4-BE49-F238E27FC236}">
                <a16:creationId xmlns:a16="http://schemas.microsoft.com/office/drawing/2014/main" id="{02BE32E1-8F06-48D4-92B0-674B2FAE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5812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7-n2">
            <a:extLst xmlns:a="http://schemas.openxmlformats.org/drawingml/2006/main">
              <a:ext uri="{FF2B5EF4-FFF2-40B4-BE49-F238E27FC236}">
                <a16:creationId xmlns:a16="http://schemas.microsoft.com/office/drawing/2014/main" id="{E7733B3C-1C7B-4BB6-8F81-259B00B1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07-a2">
            <a:extLst xmlns:a="http://schemas.openxmlformats.org/drawingml/2006/main">
              <a:ext uri="{FF2B5EF4-FFF2-40B4-BE49-F238E27FC236}">
                <a16:creationId xmlns:a16="http://schemas.microsoft.com/office/drawing/2014/main" id="{E150507E-48B7-47F5-BA9A-017AF761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输出工件</a:t>
            </a:r>
          </a:p>
        </p:txBody>
      </p:sp>
      <p:sp>
        <p:nvSpPr>
          <p:cNvPr id="16" name="p07-b2">
            <a:extLst xmlns:a="http://schemas.openxmlformats.org/drawingml/2006/main">
              <a:ext uri="{FF2B5EF4-FFF2-40B4-BE49-F238E27FC236}">
                <a16:creationId xmlns:a16="http://schemas.microsoft.com/office/drawing/2014/main" id="{C0EFCF96-CF7B-4142-8F04-0E0F9792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684"/>
                </a:solidFill>
              </a:defRPr>
            </a:pPr>
            <a:r>
              <a:rPr sz="1275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diff / table / log</a:t>
            </a:r>
          </a:p>
        </p:txBody>
      </p:sp>
      <p:sp>
        <p:nvSpPr>
          <p:cNvPr id="17" name="p07-l2">
            <a:extLst xmlns:a="http://schemas.openxmlformats.org/drawingml/2006/main">
              <a:ext uri="{FF2B5EF4-FFF2-40B4-BE49-F238E27FC236}">
                <a16:creationId xmlns:a16="http://schemas.microsoft.com/office/drawing/2014/main" id="{E09F9E16-CFCF-47B9-B3E0-032E8894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5812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07-n3">
            <a:extLst xmlns:a="http://schemas.openxmlformats.org/drawingml/2006/main">
              <a:ext uri="{FF2B5EF4-FFF2-40B4-BE49-F238E27FC236}">
                <a16:creationId xmlns:a16="http://schemas.microsoft.com/office/drawing/2014/main" id="{E16A9310-50DA-4229-AC5C-5C3A2F4F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07-a3">
            <a:extLst xmlns:a="http://schemas.openxmlformats.org/drawingml/2006/main">
              <a:ext uri="{FF2B5EF4-FFF2-40B4-BE49-F238E27FC236}">
                <a16:creationId xmlns:a16="http://schemas.microsoft.com/office/drawing/2014/main" id="{8528D0A3-125E-4759-B6A9-DD88192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评价结果</a:t>
            </a:r>
          </a:p>
        </p:txBody>
      </p:sp>
      <p:sp>
        <p:nvSpPr>
          <p:cNvPr id="20" name="p07-b3">
            <a:extLst xmlns:a="http://schemas.openxmlformats.org/drawingml/2006/main">
              <a:ext uri="{FF2B5EF4-FFF2-40B4-BE49-F238E27FC236}">
                <a16:creationId xmlns:a16="http://schemas.microsoft.com/office/drawing/2014/main" id="{3D1CEC79-4029-4EB3-B6A5-9648D690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684"/>
                </a:solidFill>
              </a:defRPr>
            </a:pPr>
            <a:r>
              <a:rPr sz="1275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metric + rubric</a:t>
            </a:r>
          </a:p>
        </p:txBody>
      </p:sp>
      <p:sp>
        <p:nvSpPr>
          <p:cNvPr id="21" name="p07-l3">
            <a:extLst xmlns:a="http://schemas.openxmlformats.org/drawingml/2006/main">
              <a:ext uri="{FF2B5EF4-FFF2-40B4-BE49-F238E27FC236}">
                <a16:creationId xmlns:a16="http://schemas.microsoft.com/office/drawing/2014/main" id="{D1A4FAA8-A3A2-4F93-BC67-0666E4AB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5812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07-n4">
            <a:extLst xmlns:a="http://schemas.openxmlformats.org/drawingml/2006/main">
              <a:ext uri="{FF2B5EF4-FFF2-40B4-BE49-F238E27FC236}">
                <a16:creationId xmlns:a16="http://schemas.microsoft.com/office/drawing/2014/main" id="{2C2DA115-B890-4AC5-A84E-D6CF45D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145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p07-a4">
            <a:extLst xmlns:a="http://schemas.openxmlformats.org/drawingml/2006/main">
              <a:ext uri="{FF2B5EF4-FFF2-40B4-BE49-F238E27FC236}">
                <a16:creationId xmlns:a16="http://schemas.microsoft.com/office/drawing/2014/main" id="{25247483-B866-4138-8A6F-D024A4C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24" name="p07-b4">
            <a:extLst xmlns:a="http://schemas.openxmlformats.org/drawingml/2006/main">
              <a:ext uri="{FF2B5EF4-FFF2-40B4-BE49-F238E27FC236}">
                <a16:creationId xmlns:a16="http://schemas.microsoft.com/office/drawing/2014/main" id="{50E8F737-C5BA-4FE3-9CF9-BBBB77D4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337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684"/>
                </a:solidFill>
              </a:defRPr>
            </a:pPr>
            <a:r>
              <a:rPr sz="1275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keep / discard / revise</a:t>
            </a:r>
          </a:p>
        </p:txBody>
      </p:sp>
      <p:sp>
        <p:nvSpPr>
          <p:cNvPr id="25" name="p07-tree">
            <a:extLst xmlns:a="http://schemas.openxmlformats.org/drawingml/2006/main">
              <a:ext uri="{FF2B5EF4-FFF2-40B4-BE49-F238E27FC236}">
                <a16:creationId xmlns:a16="http://schemas.microsoft.com/office/drawing/2014/main" id="{CC428799-DC96-4882-8237-24DF94A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4762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workflow-run/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input.snapshot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trace.jsonl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output.diff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eval.json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└─ decision.md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不能同时扮演执行器与唯一裁判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0">
            <a:extLst xmlns:a="http://schemas.openxmlformats.org/drawingml/2006/main">
              <a:ext uri="{FF2B5EF4-FFF2-40B4-BE49-F238E27FC236}">
                <a16:creationId xmlns:a16="http://schemas.microsoft.com/office/drawing/2014/main" id="{6F01CD99-5270-42AA-B594-19EDA9FF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执行器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生成 / 调用工具</a:t>
            </a:r>
          </a:p>
        </p:txBody>
      </p:sp>
      <p:sp>
        <p:nvSpPr>
          <p:cNvPr id="7" name="p08-a0">
            <a:extLst xmlns:a="http://schemas.openxmlformats.org/drawingml/2006/main">
              <a:ext uri="{FF2B5EF4-FFF2-40B4-BE49-F238E27FC236}">
                <a16:creationId xmlns:a16="http://schemas.microsoft.com/office/drawing/2014/main" id="{008DBD34-CFCB-4303-91C6-95A4EAB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85950"/>
            <a:ext cx="68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p08-1">
            <a:extLst xmlns:a="http://schemas.openxmlformats.org/drawingml/2006/main">
              <a:ext uri="{FF2B5EF4-FFF2-40B4-BE49-F238E27FC236}">
                <a16:creationId xmlns:a16="http://schemas.microsoft.com/office/drawing/2014/main" id="{947E159F-3CA7-49AB-B901-245747F7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独立 Evals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baseline / 指标 / 对照</a:t>
            </a:r>
          </a:p>
        </p:txBody>
      </p:sp>
      <p:sp>
        <p:nvSpPr>
          <p:cNvPr id="9" name="p08-a1">
            <a:extLst xmlns:a="http://schemas.openxmlformats.org/drawingml/2006/main">
              <a:ext uri="{FF2B5EF4-FFF2-40B4-BE49-F238E27FC236}">
                <a16:creationId xmlns:a16="http://schemas.microsoft.com/office/drawing/2014/main" id="{30FD4D8B-C6EE-4377-9E20-D3DB0563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85950"/>
            <a:ext cx="68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p08-2">
            <a:extLst xmlns:a="http://schemas.openxmlformats.org/drawingml/2006/main">
              <a:ext uri="{FF2B5EF4-FFF2-40B4-BE49-F238E27FC236}">
                <a16:creationId xmlns:a16="http://schemas.microsoft.com/office/drawing/2014/main" id="{7BC5AC62-243B-4008-81BC-B6F9CA17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573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关键判断 / 写回</a:t>
            </a:r>
          </a:p>
        </p:txBody>
      </p:sp>
      <p:sp>
        <p:nvSpPr>
          <p:cNvPr id="11" name="p08-a2">
            <a:extLst xmlns:a="http://schemas.openxmlformats.org/drawingml/2006/main">
              <a:ext uri="{FF2B5EF4-FFF2-40B4-BE49-F238E27FC236}">
                <a16:creationId xmlns:a16="http://schemas.microsoft.com/office/drawing/2014/main" id="{50DC49EB-6720-4B4A-9337-80EDDF29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85950"/>
            <a:ext cx="68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p08-3">
            <a:extLst xmlns:a="http://schemas.openxmlformats.org/drawingml/2006/main">
              <a:ext uri="{FF2B5EF4-FFF2-40B4-BE49-F238E27FC236}">
                <a16:creationId xmlns:a16="http://schemas.microsoft.com/office/drawing/2014/main" id="{B3E413BA-B014-4818-A0C2-01FAA60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573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正式工件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trace + decision</a:t>
            </a:r>
          </a:p>
        </p:txBody>
      </p:sp>
      <p:sp>
        <p:nvSpPr>
          <p:cNvPr id="13" name="p08-fail">
            <a:extLst xmlns:a="http://schemas.openxmlformats.org/drawingml/2006/main">
              <a:ext uri="{FF2B5EF4-FFF2-40B4-BE49-F238E27FC236}">
                <a16:creationId xmlns:a16="http://schemas.microsoft.com/office/drawing/2014/main" id="{B0A987CC-407F-43B1-9664-AF409230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95775" y="3643313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8-failbox">
            <a:extLst xmlns:a="http://schemas.openxmlformats.org/drawingml/2006/main">
              <a:ext uri="{FF2B5EF4-FFF2-40B4-BE49-F238E27FC236}">
                <a16:creationId xmlns:a16="http://schemas.microsoft.com/office/drawing/2014/main" id="{02D91CAF-D560-4F46-B7B2-F689FCEA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91000"/>
            <a:ext cx="6115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 / 越权 / 评价不确定</a:t>
            </a:r>
          </a:p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保留记录 → 收窄权限 → 回退 → 人工核验</a:t>
            </a:r>
          </a:p>
        </p:txBody>
      </p:sp>
      <p:sp>
        <p:nvSpPr>
          <p:cNvPr id="15" name="p08-bottom">
            <a:extLst xmlns:a="http://schemas.openxmlformats.org/drawingml/2006/main">
              <a:ext uri="{FF2B5EF4-FFF2-40B4-BE49-F238E27FC236}">
                <a16:creationId xmlns:a16="http://schemas.microsoft.com/office/drawing/2014/main" id="{531D12C2-7547-49B0-A49E-DBD34DA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执行器不能是唯一裁判；失败恢复必须有旁路。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先判断动作是否值得交给 Agent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n0">
            <a:extLst xmlns:a="http://schemas.openxmlformats.org/drawingml/2006/main">
              <a:ext uri="{FF2B5EF4-FFF2-40B4-BE49-F238E27FC236}">
                <a16:creationId xmlns:a16="http://schemas.microsoft.com/office/drawing/2014/main" id="{AA6CA06C-DF2E-4D80-9176-FD57C0AE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9-q0">
            <a:extLst xmlns:a="http://schemas.openxmlformats.org/drawingml/2006/main">
              <a:ext uri="{FF2B5EF4-FFF2-40B4-BE49-F238E27FC236}">
                <a16:creationId xmlns:a16="http://schemas.microsoft.com/office/drawing/2014/main" id="{56DBE60E-B178-4D5D-AA72-1982BD7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0668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是否重复？</a:t>
            </a:r>
          </a:p>
        </p:txBody>
      </p:sp>
      <p:sp>
        <p:nvSpPr>
          <p:cNvPr id="8" name="p09-a0">
            <a:extLst xmlns:a="http://schemas.openxmlformats.org/drawingml/2006/main">
              <a:ext uri="{FF2B5EF4-FFF2-40B4-BE49-F238E27FC236}">
                <a16:creationId xmlns:a16="http://schemas.microsoft.com/office/drawing/2014/main" id="{1209252D-0FCA-47D9-8ED3-7AB730B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6680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否 → 直接做</a:t>
            </a:r>
          </a:p>
        </p:txBody>
      </p:sp>
      <p:sp>
        <p:nvSpPr>
          <p:cNvPr id="9" name="p09-n1">
            <a:extLst xmlns:a="http://schemas.openxmlformats.org/drawingml/2006/main">
              <a:ext uri="{FF2B5EF4-FFF2-40B4-BE49-F238E27FC236}">
                <a16:creationId xmlns:a16="http://schemas.microsoft.com/office/drawing/2014/main" id="{EDCF3A07-E1A0-46D7-A459-49D8F8C4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09-q1">
            <a:extLst xmlns:a="http://schemas.openxmlformats.org/drawingml/2006/main">
              <a:ext uri="{FF2B5EF4-FFF2-40B4-BE49-F238E27FC236}">
                <a16:creationId xmlns:a16="http://schemas.microsoft.com/office/drawing/2014/main" id="{365A4CAA-AA90-482E-AEDF-6DDDBA51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是否可验收？</a:t>
            </a:r>
          </a:p>
        </p:txBody>
      </p:sp>
      <p:sp>
        <p:nvSpPr>
          <p:cNvPr id="11" name="p09-a1">
            <a:extLst xmlns:a="http://schemas.openxmlformats.org/drawingml/2006/main">
              <a:ext uri="{FF2B5EF4-FFF2-40B4-BE49-F238E27FC236}">
                <a16:creationId xmlns:a16="http://schemas.microsoft.com/office/drawing/2014/main" id="{E2917DF2-B98B-4154-96F8-93521651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否 → 先写契约</a:t>
            </a:r>
          </a:p>
        </p:txBody>
      </p:sp>
      <p:sp>
        <p:nvSpPr>
          <p:cNvPr id="12" name="p09-n2">
            <a:extLst xmlns:a="http://schemas.openxmlformats.org/drawingml/2006/main">
              <a:ext uri="{FF2B5EF4-FFF2-40B4-BE49-F238E27FC236}">
                <a16:creationId xmlns:a16="http://schemas.microsoft.com/office/drawing/2014/main" id="{6A375E91-CBBF-45B8-9A57-69ECF2BB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09-q2">
            <a:extLst xmlns:a="http://schemas.openxmlformats.org/drawingml/2006/main">
              <a:ext uri="{FF2B5EF4-FFF2-40B4-BE49-F238E27FC236}">
                <a16:creationId xmlns:a16="http://schemas.microsoft.com/office/drawing/2014/main" id="{A3A00846-A40B-440C-82EF-541FEE40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99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是否需环境反馈？</a:t>
            </a:r>
          </a:p>
        </p:txBody>
      </p:sp>
      <p:sp>
        <p:nvSpPr>
          <p:cNvPr id="14" name="p09-a2">
            <a:extLst xmlns:a="http://schemas.openxmlformats.org/drawingml/2006/main">
              <a:ext uri="{FF2B5EF4-FFF2-40B4-BE49-F238E27FC236}">
                <a16:creationId xmlns:a16="http://schemas.microsoft.com/office/drawing/2014/main" id="{C6924AA6-60E8-4E75-BBA5-F7041788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否 → 脚本 / workflow</a:t>
            </a:r>
          </a:p>
        </p:txBody>
      </p:sp>
      <p:sp>
        <p:nvSpPr>
          <p:cNvPr id="15" name="p09-n3">
            <a:extLst xmlns:a="http://schemas.openxmlformats.org/drawingml/2006/main">
              <a:ext uri="{FF2B5EF4-FFF2-40B4-BE49-F238E27FC236}">
                <a16:creationId xmlns:a16="http://schemas.microsoft.com/office/drawing/2014/main" id="{693901AA-6012-4ADE-9651-A5303062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09-q3">
            <a:extLst xmlns:a="http://schemas.openxmlformats.org/drawingml/2006/main">
              <a:ext uri="{FF2B5EF4-FFF2-40B4-BE49-F238E27FC236}">
                <a16:creationId xmlns:a16="http://schemas.microsoft.com/office/drawing/2014/main" id="{39CD2E2E-AEE4-405D-A8E7-81605AE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风险可控且可回退？</a:t>
            </a:r>
          </a:p>
        </p:txBody>
      </p:sp>
      <p:sp>
        <p:nvSpPr>
          <p:cNvPr id="17" name="p09-a3">
            <a:extLst xmlns:a="http://schemas.openxmlformats.org/drawingml/2006/main">
              <a:ext uri="{FF2B5EF4-FFF2-40B4-BE49-F238E27FC236}">
                <a16:creationId xmlns:a16="http://schemas.microsoft.com/office/drawing/2014/main" id="{DC2A367A-B07D-4019-981B-D1DFA1FC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4324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否 → 保持人工</a:t>
            </a:r>
          </a:p>
        </p:txBody>
      </p:sp>
      <p:sp>
        <p:nvSpPr>
          <p:cNvPr id="18" name="p09-bottom">
            <a:extLst xmlns:a="http://schemas.openxmlformats.org/drawingml/2006/main">
              <a:ext uri="{FF2B5EF4-FFF2-40B4-BE49-F238E27FC236}">
                <a16:creationId xmlns:a16="http://schemas.microsoft.com/office/drawing/2014/main" id="{EDEE59FA-DAD2-4A83-8417-CAC3F58A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Agent 不是默认答案；先用最简单、可审计的实现。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脚本、工作流、Agent 与复杂系统各有边界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x">
            <a:extLst xmlns:a="http://schemas.openxmlformats.org/drawingml/2006/main">
              <a:ext uri="{FF2B5EF4-FFF2-40B4-BE49-F238E27FC236}">
                <a16:creationId xmlns:a16="http://schemas.microsoft.com/office/drawing/2014/main" id="{B395B782-80E3-4280-9044-C4715C2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805363"/>
            <a:ext cx="882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0-y">
            <a:extLst xmlns:a="http://schemas.openxmlformats.org/drawingml/2006/main">
              <a:ext uri="{FF2B5EF4-FFF2-40B4-BE49-F238E27FC236}">
                <a16:creationId xmlns:a16="http://schemas.microsoft.com/office/drawing/2014/main" id="{BC88711D-14A1-489C-BC2A-A4036D5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23825" y="3138488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0-xlabel">
            <a:extLst xmlns:a="http://schemas.openxmlformats.org/drawingml/2006/main">
              <a:ext uri="{FF2B5EF4-FFF2-40B4-BE49-F238E27FC236}">
                <a16:creationId xmlns:a16="http://schemas.microsoft.com/office/drawing/2014/main" id="{07928F1F-09CF-4ADD-AFA1-9D661B67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环境不确定性 →</a:t>
            </a:r>
          </a:p>
        </p:txBody>
      </p:sp>
      <p:sp>
        <p:nvSpPr>
          <p:cNvPr id="9" name="p10-ylabel">
            <a:extLst xmlns:a="http://schemas.openxmlformats.org/drawingml/2006/main">
              <a:ext uri="{FF2B5EF4-FFF2-40B4-BE49-F238E27FC236}">
                <a16:creationId xmlns:a16="http://schemas.microsoft.com/office/drawing/2014/main" id="{C36C69A6-5477-4FCA-9A7F-219D02E6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自主性 ↑</a:t>
            </a:r>
          </a:p>
        </p:txBody>
      </p:sp>
      <p:sp>
        <p:nvSpPr>
          <p:cNvPr id="10" name="p10-script">
            <a:extLst xmlns:a="http://schemas.openxmlformats.org/drawingml/2006/main">
              <a:ext uri="{FF2B5EF4-FFF2-40B4-BE49-F238E27FC236}">
                <a16:creationId xmlns:a16="http://schemas.microsoft.com/office/drawing/2014/main" id="{9E56BC20-3881-455E-BF3A-11942A7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脚本</a:t>
            </a:r>
          </a:p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固定输入 · 固定步骤</a:t>
            </a:r>
          </a:p>
        </p:txBody>
      </p:sp>
      <p:sp>
        <p:nvSpPr>
          <p:cNvPr id="11" name="p10-workflow">
            <a:extLst xmlns:a="http://schemas.openxmlformats.org/drawingml/2006/main">
              <a:ext uri="{FF2B5EF4-FFF2-40B4-BE49-F238E27FC236}">
                <a16:creationId xmlns:a16="http://schemas.microsoft.com/office/drawing/2014/main" id="{CF651399-5187-4F15-9B83-D8D9B9A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38A"/>
                </a:solidFill>
              </a:defRPr>
            </a:pPr>
            <a:r>
              <a:rPr sz="16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  <a:p xmlns:a="http://schemas.openxmlformats.org/drawingml/2006/main">
            <a:pPr algn="ctr">
              <a:defRPr sz="1650" b="1">
                <a:solidFill>
                  <a:srgbClr val="2F638A"/>
                </a:solidFill>
              </a:defRPr>
            </a:pPr>
            <a:r>
              <a:rPr sz="16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有分支 · 可预测</a:t>
            </a:r>
          </a:p>
        </p:txBody>
      </p:sp>
      <p:sp>
        <p:nvSpPr>
          <p:cNvPr id="12" name="p10-agent">
            <a:extLst xmlns:a="http://schemas.openxmlformats.org/drawingml/2006/main">
              <a:ext uri="{FF2B5EF4-FFF2-40B4-BE49-F238E27FC236}">
                <a16:creationId xmlns:a16="http://schemas.microsoft.com/office/drawing/2014/main" id="{70245975-FE68-4B16-A792-B5D7AEB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需观察环境再行动</a:t>
            </a:r>
          </a:p>
        </p:txBody>
      </p:sp>
      <p:sp>
        <p:nvSpPr>
          <p:cNvPr id="13" name="p10-system">
            <a:extLst xmlns:a="http://schemas.openxmlformats.org/drawingml/2006/main">
              <a:ext uri="{FF2B5EF4-FFF2-40B4-BE49-F238E27FC236}">
                <a16:creationId xmlns:a16="http://schemas.microsoft.com/office/drawing/2014/main" id="{33491904-450B-4889-A5CF-54ED138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24000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复杂系统</a:t>
            </a:r>
          </a:p>
          <a:p xmlns:a="http://schemas.openxmlformats.org/drawingml/2006/main">
            <a:pPr algn="ctr"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多角色 · 多外部动作</a:t>
            </a:r>
          </a:p>
        </p:txBody>
      </p:sp>
      <p:sp>
        <p:nvSpPr>
          <p:cNvPr id="14" name="p10-bottom">
            <a:extLst xmlns:a="http://schemas.openxmlformats.org/drawingml/2006/main">
              <a:ext uri="{FF2B5EF4-FFF2-40B4-BE49-F238E27FC236}">
                <a16:creationId xmlns:a16="http://schemas.microsoft.com/office/drawing/2014/main" id="{3057877C-A8B1-471A-B9E2-F245012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复杂度只在任务需要时增加；每升一级都要补评价、权限与停止。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个人工作流从一个真实、重复的科研动作开始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center">
            <a:extLst xmlns:a="http://schemas.openxmlformats.org/drawingml/2006/main">
              <a:ext uri="{FF2B5EF4-FFF2-40B4-BE49-F238E27FC236}">
                <a16:creationId xmlns:a16="http://schemas.microsoft.com/office/drawing/2014/main" id="{C451986A-3B0F-4D88-B69B-1A2A7A7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3771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一个真实科研动作</a:t>
            </a:r>
          </a:p>
        </p:txBody>
      </p:sp>
      <p:sp>
        <p:nvSpPr>
          <p:cNvPr id="7" name="p11-line0">
            <a:extLst xmlns:a="http://schemas.openxmlformats.org/drawingml/2006/main">
              <a:ext uri="{FF2B5EF4-FFF2-40B4-BE49-F238E27FC236}">
                <a16:creationId xmlns:a16="http://schemas.microsoft.com/office/drawing/2014/main" id="{1C0FB635-93CC-463F-8601-EB332093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70945">
            <a:off x="2068929" y="2247900"/>
            <a:ext cx="40726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1-a0">
            <a:extLst xmlns:a="http://schemas.openxmlformats.org/drawingml/2006/main">
              <a:ext uri="{FF2B5EF4-FFF2-40B4-BE49-F238E27FC236}">
                <a16:creationId xmlns:a16="http://schemas.microsoft.com/office/drawing/2014/main" id="{6347CEFC-9A20-4BC3-847C-3B23A8A1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</a:t>
            </a:r>
          </a:p>
        </p:txBody>
      </p:sp>
      <p:sp>
        <p:nvSpPr>
          <p:cNvPr id="9" name="p11-b0">
            <a:extLst xmlns:a="http://schemas.openxmlformats.org/drawingml/2006/main">
              <a:ext uri="{FF2B5EF4-FFF2-40B4-BE49-F238E27FC236}">
                <a16:creationId xmlns:a16="http://schemas.microsoft.com/office/drawing/2014/main" id="{7B4EF11B-4655-4C40-96EB-0A0D9DA3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每周 / 每轮都发生？</a:t>
            </a:r>
          </a:p>
        </p:txBody>
      </p:sp>
      <p:sp>
        <p:nvSpPr>
          <p:cNvPr id="10" name="p11-line1">
            <a:extLst xmlns:a="http://schemas.openxmlformats.org/drawingml/2006/main">
              <a:ext uri="{FF2B5EF4-FFF2-40B4-BE49-F238E27FC236}">
                <a16:creationId xmlns:a16="http://schemas.microsoft.com/office/drawing/2014/main" id="{A9BC7CCB-08DD-4E14-924F-A50BD1D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4836">
            <a:off x="5584454" y="2247900"/>
            <a:ext cx="87069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1-a1">
            <a:extLst xmlns:a="http://schemas.openxmlformats.org/drawingml/2006/main">
              <a:ext uri="{FF2B5EF4-FFF2-40B4-BE49-F238E27FC236}">
                <a16:creationId xmlns:a16="http://schemas.microsoft.com/office/drawing/2014/main" id="{3B07DE15-B212-4FD9-8E00-14B1C2C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可检查</a:t>
            </a:r>
          </a:p>
        </p:txBody>
      </p:sp>
      <p:sp>
        <p:nvSpPr>
          <p:cNvPr id="12" name="p11-b1">
            <a:extLst xmlns:a="http://schemas.openxmlformats.org/drawingml/2006/main">
              <a:ext uri="{FF2B5EF4-FFF2-40B4-BE49-F238E27FC236}">
                <a16:creationId xmlns:a16="http://schemas.microsoft.com/office/drawing/2014/main" id="{5E2E2416-D4B3-4CF8-BC43-2EAC3400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结果能被人复核？</a:t>
            </a:r>
          </a:p>
        </p:txBody>
      </p:sp>
      <p:sp>
        <p:nvSpPr>
          <p:cNvPr id="13" name="p11-line2">
            <a:extLst xmlns:a="http://schemas.openxmlformats.org/drawingml/2006/main">
              <a:ext uri="{FF2B5EF4-FFF2-40B4-BE49-F238E27FC236}">
                <a16:creationId xmlns:a16="http://schemas.microsoft.com/office/drawing/2014/main" id="{637F8F0A-5819-4179-8155-E86B494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7478">
            <a:off x="6046692" y="2247900"/>
            <a:ext cx="37752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1-a2">
            <a:extLst xmlns:a="http://schemas.openxmlformats.org/drawingml/2006/main">
              <a:ext uri="{FF2B5EF4-FFF2-40B4-BE49-F238E27FC236}">
                <a16:creationId xmlns:a16="http://schemas.microsoft.com/office/drawing/2014/main" id="{4EBDCBA3-BB3D-480B-BE51-C8A36F8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有边界</a:t>
            </a:r>
          </a:p>
        </p:txBody>
      </p:sp>
      <p:sp>
        <p:nvSpPr>
          <p:cNvPr id="15" name="p11-b2">
            <a:extLst xmlns:a="http://schemas.openxmlformats.org/drawingml/2006/main">
              <a:ext uri="{FF2B5EF4-FFF2-40B4-BE49-F238E27FC236}">
                <a16:creationId xmlns:a16="http://schemas.microsoft.com/office/drawing/2014/main" id="{2E32A915-7AA9-49DE-80A5-357E4356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什么不应由 Agent 决定？</a:t>
            </a:r>
          </a:p>
        </p:txBody>
      </p:sp>
      <p:sp>
        <p:nvSpPr>
          <p:cNvPr id="16" name="p11-examples">
            <a:extLst xmlns:a="http://schemas.openxmlformats.org/drawingml/2006/main">
              <a:ext uri="{FF2B5EF4-FFF2-40B4-BE49-F238E27FC236}">
                <a16:creationId xmlns:a16="http://schemas.microsoft.com/office/drawing/2014/main" id="{6FB73F97-6EEA-4A23-B1DB-B167FDBF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可选：每周证据地图更新｜实验失败归档｜代码 diff 初审｜阅读卡结构化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八要素契约把隐含决定写成可检查字段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0-l">
            <a:extLst xmlns:a="http://schemas.openxmlformats.org/drawingml/2006/main">
              <a:ext uri="{FF2B5EF4-FFF2-40B4-BE49-F238E27FC236}">
                <a16:creationId xmlns:a16="http://schemas.microsoft.com/office/drawing/2014/main" id="{1BB2B81F-8C52-412B-9FE9-25181668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任务契约</a:t>
            </a:r>
          </a:p>
        </p:txBody>
      </p:sp>
      <p:sp>
        <p:nvSpPr>
          <p:cNvPr id="7" name="p12-0-t">
            <a:extLst xmlns:a="http://schemas.openxmlformats.org/drawingml/2006/main">
              <a:ext uri="{FF2B5EF4-FFF2-40B4-BE49-F238E27FC236}">
                <a16:creationId xmlns:a16="http://schemas.microsoft.com/office/drawing/2014/main" id="{9AF11038-0D4C-4102-BE19-7961B325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2870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 / 输出 / 成功 / 不适用</a:t>
            </a:r>
          </a:p>
        </p:txBody>
      </p:sp>
      <p:sp>
        <p:nvSpPr>
          <p:cNvPr id="8" name="p12-1-l">
            <a:extLst xmlns:a="http://schemas.openxmlformats.org/drawingml/2006/main">
              <a:ext uri="{FF2B5EF4-FFF2-40B4-BE49-F238E27FC236}">
                <a16:creationId xmlns:a16="http://schemas.microsoft.com/office/drawing/2014/main" id="{EE341390-BB45-4CBC-95F0-8131C5A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Context</a:t>
            </a:r>
          </a:p>
        </p:txBody>
      </p:sp>
      <p:sp>
        <p:nvSpPr>
          <p:cNvPr id="9" name="p12-1-t">
            <a:extLst xmlns:a="http://schemas.openxmlformats.org/drawingml/2006/main">
              <a:ext uri="{FF2B5EF4-FFF2-40B4-BE49-F238E27FC236}">
                <a16:creationId xmlns:a16="http://schemas.microsoft.com/office/drawing/2014/main" id="{63FB37BD-9363-4266-AD98-8F1EB510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2405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最小材料 + 来源</a:t>
            </a:r>
          </a:p>
        </p:txBody>
      </p:sp>
      <p:sp>
        <p:nvSpPr>
          <p:cNvPr id="10" name="p12-2-l">
            <a:extLst xmlns:a="http://schemas.openxmlformats.org/drawingml/2006/main">
              <a:ext uri="{FF2B5EF4-FFF2-40B4-BE49-F238E27FC236}">
                <a16:creationId xmlns:a16="http://schemas.microsoft.com/office/drawing/2014/main" id="{A1F38101-A017-4DC7-AA24-F0E8A770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Memory / 状态</a:t>
            </a:r>
          </a:p>
        </p:txBody>
      </p:sp>
      <p:sp>
        <p:nvSpPr>
          <p:cNvPr id="11" name="p12-2-t">
            <a:extLst xmlns:a="http://schemas.openxmlformats.org/drawingml/2006/main">
              <a:ext uri="{FF2B5EF4-FFF2-40B4-BE49-F238E27FC236}">
                <a16:creationId xmlns:a16="http://schemas.microsoft.com/office/drawing/2014/main" id="{63FF14F3-27A0-4FBD-8CAA-7F9BEC87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1940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写回何种工件</a:t>
            </a:r>
          </a:p>
        </p:txBody>
      </p:sp>
      <p:sp>
        <p:nvSpPr>
          <p:cNvPr id="12" name="p12-3-l">
            <a:extLst xmlns:a="http://schemas.openxmlformats.org/drawingml/2006/main">
              <a:ext uri="{FF2B5EF4-FFF2-40B4-BE49-F238E27FC236}">
                <a16:creationId xmlns:a16="http://schemas.microsoft.com/office/drawing/2014/main" id="{16490CE9-817C-4951-9614-ED6BF09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工具与权限</a:t>
            </a:r>
          </a:p>
        </p:txBody>
      </p:sp>
      <p:sp>
        <p:nvSpPr>
          <p:cNvPr id="13" name="p12-3-t">
            <a:extLst xmlns:a="http://schemas.openxmlformats.org/drawingml/2006/main">
              <a:ext uri="{FF2B5EF4-FFF2-40B4-BE49-F238E27FC236}">
                <a16:creationId xmlns:a16="http://schemas.microsoft.com/office/drawing/2014/main" id="{068603BE-A242-4369-9525-B134CBB9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五档 + 需确认点</a:t>
            </a:r>
          </a:p>
        </p:txBody>
      </p:sp>
      <p:sp>
        <p:nvSpPr>
          <p:cNvPr id="14" name="p12-4-l">
            <a:extLst xmlns:a="http://schemas.openxmlformats.org/drawingml/2006/main">
              <a:ext uri="{FF2B5EF4-FFF2-40B4-BE49-F238E27FC236}">
                <a16:creationId xmlns:a16="http://schemas.microsoft.com/office/drawing/2014/main" id="{E852E114-74C6-481E-A5D2-E65D7CE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287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执行循环</a:t>
            </a:r>
          </a:p>
        </p:txBody>
      </p:sp>
      <p:sp>
        <p:nvSpPr>
          <p:cNvPr id="15" name="p12-4-t">
            <a:extLst xmlns:a="http://schemas.openxmlformats.org/drawingml/2006/main">
              <a:ext uri="{FF2B5EF4-FFF2-40B4-BE49-F238E27FC236}">
                <a16:creationId xmlns:a16="http://schemas.microsoft.com/office/drawing/2014/main" id="{2E7E7C6E-14DF-4F15-B2BA-0088CE5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模式 / 预算 / 停止</a:t>
            </a:r>
          </a:p>
        </p:txBody>
      </p:sp>
      <p:sp>
        <p:nvSpPr>
          <p:cNvPr id="16" name="p12-5-l">
            <a:extLst xmlns:a="http://schemas.openxmlformats.org/drawingml/2006/main">
              <a:ext uri="{FF2B5EF4-FFF2-40B4-BE49-F238E27FC236}">
                <a16:creationId xmlns:a16="http://schemas.microsoft.com/office/drawing/2014/main" id="{DDED5E6D-8EE3-46CA-A010-09A2C80F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工件与追踪</a:t>
            </a:r>
          </a:p>
        </p:txBody>
      </p:sp>
      <p:sp>
        <p:nvSpPr>
          <p:cNvPr id="17" name="p12-5-t">
            <a:extLst xmlns:a="http://schemas.openxmlformats.org/drawingml/2006/main">
              <a:ext uri="{FF2B5EF4-FFF2-40B4-BE49-F238E27FC236}">
                <a16:creationId xmlns:a16="http://schemas.microsoft.com/office/drawing/2014/main" id="{1751BC8B-4205-49C5-8221-BFAD3652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trace 回到证据 / 实验</a:t>
            </a:r>
          </a:p>
        </p:txBody>
      </p:sp>
      <p:sp>
        <p:nvSpPr>
          <p:cNvPr id="18" name="p12-6-l">
            <a:extLst xmlns:a="http://schemas.openxmlformats.org/drawingml/2006/main">
              <a:ext uri="{FF2B5EF4-FFF2-40B4-BE49-F238E27FC236}">
                <a16:creationId xmlns:a16="http://schemas.microsoft.com/office/drawing/2014/main" id="{870BEA1B-24AF-4987-8B08-1C608112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Evals + 人工</a:t>
            </a:r>
          </a:p>
        </p:txBody>
      </p:sp>
      <p:sp>
        <p:nvSpPr>
          <p:cNvPr id="19" name="p12-6-t">
            <a:extLst xmlns:a="http://schemas.openxmlformats.org/drawingml/2006/main">
              <a:ext uri="{FF2B5EF4-FFF2-40B4-BE49-F238E27FC236}">
                <a16:creationId xmlns:a16="http://schemas.microsoft.com/office/drawing/2014/main" id="{B0BB14D6-A048-4E46-9A97-263B8675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/ 指标 / 对照</a:t>
            </a:r>
          </a:p>
        </p:txBody>
      </p:sp>
      <p:sp>
        <p:nvSpPr>
          <p:cNvPr id="20" name="p12-7-l">
            <a:extLst xmlns:a="http://schemas.openxmlformats.org/drawingml/2006/main">
              <a:ext uri="{FF2B5EF4-FFF2-40B4-BE49-F238E27FC236}">
                <a16:creationId xmlns:a16="http://schemas.microsoft.com/office/drawing/2014/main" id="{2962DFBF-64B2-4787-B36F-B110F51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失败恢复</a:t>
            </a:r>
          </a:p>
        </p:txBody>
      </p:sp>
      <p:sp>
        <p:nvSpPr>
          <p:cNvPr id="21" name="p12-7-t">
            <a:extLst xmlns:a="http://schemas.openxmlformats.org/drawingml/2006/main">
              <a:ext uri="{FF2B5EF4-FFF2-40B4-BE49-F238E27FC236}">
                <a16:creationId xmlns:a16="http://schemas.microsoft.com/office/drawing/2014/main" id="{96FCE6D0-8B6C-4C94-B80E-AC74E655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60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 / 回退 / 核验</a:t>
            </a:r>
          </a:p>
        </p:txBody>
      </p:sp>
      <p:sp>
        <p:nvSpPr>
          <p:cNvPr id="22" name="p12-bottom">
            <a:extLst xmlns:a="http://schemas.openxmlformats.org/drawingml/2006/main">
              <a:ext uri="{FF2B5EF4-FFF2-40B4-BE49-F238E27FC236}">
                <a16:creationId xmlns:a16="http://schemas.microsoft.com/office/drawing/2014/main" id="{0060EEC4-5557-4C86-BC4F-2A321D29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每格写取舍理由；“默认”“自动”“模型自己判断”都不是可审计答案。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可审计工作流要让评价代码与执行代码隔离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0-l">
            <a:extLst xmlns:a="http://schemas.openxmlformats.org/drawingml/2006/main">
              <a:ext uri="{FF2B5EF4-FFF2-40B4-BE49-F238E27FC236}">
                <a16:creationId xmlns:a16="http://schemas.microsoft.com/office/drawing/2014/main" id="{94753008-11A3-457D-9178-6404FCB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 完整</a:t>
            </a:r>
          </a:p>
        </p:txBody>
      </p:sp>
      <p:sp>
        <p:nvSpPr>
          <p:cNvPr id="7" name="p13-0-t">
            <a:extLst xmlns:a="http://schemas.openxmlformats.org/drawingml/2006/main">
              <a:ext uri="{FF2B5EF4-FFF2-40B4-BE49-F238E27FC236}">
                <a16:creationId xmlns:a16="http://schemas.microsoft.com/office/drawing/2014/main" id="{9537A38B-DA09-4C84-8CBB-01B79E7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287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输入→动作→结果→判断</a:t>
            </a:r>
          </a:p>
        </p:txBody>
      </p:sp>
      <p:sp>
        <p:nvSpPr>
          <p:cNvPr id="8" name="p13-1-l">
            <a:extLst xmlns:a="http://schemas.openxmlformats.org/drawingml/2006/main">
              <a:ext uri="{FF2B5EF4-FFF2-40B4-BE49-F238E27FC236}">
                <a16:creationId xmlns:a16="http://schemas.microsoft.com/office/drawing/2014/main" id="{CE6B33D5-FA8F-4B9E-B298-6F3789C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主张可回原文</a:t>
            </a:r>
          </a:p>
        </p:txBody>
      </p:sp>
      <p:sp>
        <p:nvSpPr>
          <p:cNvPr id="9" name="p13-1-t">
            <a:extLst xmlns:a="http://schemas.openxmlformats.org/drawingml/2006/main">
              <a:ext uri="{FF2B5EF4-FFF2-40B4-BE49-F238E27FC236}">
                <a16:creationId xmlns:a16="http://schemas.microsoft.com/office/drawing/2014/main" id="{B528DCD3-3829-4742-8D9D-EC19605B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页码 / 数据 / 实验 ID</a:t>
            </a:r>
          </a:p>
        </p:txBody>
      </p:sp>
      <p:sp>
        <p:nvSpPr>
          <p:cNvPr id="10" name="p13-2-l">
            <a:extLst xmlns:a="http://schemas.openxmlformats.org/drawingml/2006/main">
              <a:ext uri="{FF2B5EF4-FFF2-40B4-BE49-F238E27FC236}">
                <a16:creationId xmlns:a16="http://schemas.microsoft.com/office/drawing/2014/main" id="{F34FFF9E-E5AF-4EFA-B907-8A34FCA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失败保留</a:t>
            </a:r>
          </a:p>
        </p:txBody>
      </p:sp>
      <p:sp>
        <p:nvSpPr>
          <p:cNvPr id="11" name="p13-2-t">
            <a:extLst xmlns:a="http://schemas.openxmlformats.org/drawingml/2006/main">
              <a:ext uri="{FF2B5EF4-FFF2-40B4-BE49-F238E27FC236}">
                <a16:creationId xmlns:a16="http://schemas.microsoft.com/office/drawing/2014/main" id="{6BBD80A8-E91E-496E-A28B-CED6857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crash / discard / 越权</a:t>
            </a:r>
          </a:p>
        </p:txBody>
      </p:sp>
      <p:sp>
        <p:nvSpPr>
          <p:cNvPr id="12" name="p13-3-l">
            <a:extLst xmlns:a="http://schemas.openxmlformats.org/drawingml/2006/main">
              <a:ext uri="{FF2B5EF4-FFF2-40B4-BE49-F238E27FC236}">
                <a16:creationId xmlns:a16="http://schemas.microsoft.com/office/drawing/2014/main" id="{57DF7C7E-AE5B-4971-8AF1-8A94D04B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3" name="p13-3-t">
            <a:extLst xmlns:a="http://schemas.openxmlformats.org/drawingml/2006/main">
              <a:ext uri="{FF2B5EF4-FFF2-40B4-BE49-F238E27FC236}">
                <a16:creationId xmlns:a16="http://schemas.microsoft.com/office/drawing/2014/main" id="{AA788BEE-84EB-4F0B-8B05-3464AA5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正式写回与关键判断</a:t>
            </a:r>
          </a:p>
        </p:txBody>
      </p:sp>
      <p:sp>
        <p:nvSpPr>
          <p:cNvPr id="14" name="p13-4-l">
            <a:extLst xmlns:a="http://schemas.openxmlformats.org/drawingml/2006/main">
              <a:ext uri="{FF2B5EF4-FFF2-40B4-BE49-F238E27FC236}">
                <a16:creationId xmlns:a16="http://schemas.microsoft.com/office/drawing/2014/main" id="{90DA915B-19F8-4EEF-970D-05CE70F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65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工件入项目</a:t>
            </a:r>
          </a:p>
        </p:txBody>
      </p:sp>
      <p:sp>
        <p:nvSpPr>
          <p:cNvPr id="15" name="p13-4-t">
            <a:extLst xmlns:a="http://schemas.openxmlformats.org/drawingml/2006/main">
              <a:ext uri="{FF2B5EF4-FFF2-40B4-BE49-F238E27FC236}">
                <a16:creationId xmlns:a16="http://schemas.microsoft.com/office/drawing/2014/main" id="{C4698DF2-B27E-4C32-A542-30F734D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版本化、可复核</a:t>
            </a:r>
          </a:p>
        </p:txBody>
      </p:sp>
      <p:sp>
        <p:nvSpPr>
          <p:cNvPr id="16" name="p13-wall">
            <a:extLst xmlns:a="http://schemas.openxmlformats.org/drawingml/2006/main">
              <a:ext uri="{FF2B5EF4-FFF2-40B4-BE49-F238E27FC236}">
                <a16:creationId xmlns:a16="http://schemas.microsoft.com/office/drawing/2014/main" id="{030342D0-30DC-41F4-9C74-1CD64229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53050" y="2719388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3-sep">
            <a:extLst xmlns:a="http://schemas.openxmlformats.org/drawingml/2006/main">
              <a:ext uri="{FF2B5EF4-FFF2-40B4-BE49-F238E27FC236}">
                <a16:creationId xmlns:a16="http://schemas.microsoft.com/office/drawing/2014/main" id="{F67BFD69-D173-456B-9797-54869DA2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066800"/>
            <a:ext cx="3600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评价代码隔离</a:t>
            </a:r>
          </a:p>
        </p:txBody>
      </p:sp>
      <p:sp>
        <p:nvSpPr>
          <p:cNvPr id="18" name="p13-code">
            <a:extLst xmlns:a="http://schemas.openxmlformats.org/drawingml/2006/main">
              <a:ext uri="{FF2B5EF4-FFF2-40B4-BE49-F238E27FC236}">
                <a16:creationId xmlns:a16="http://schemas.microsoft.com/office/drawing/2014/main" id="{43965862-8938-4302-8D02-F709DA47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43100"/>
            <a:ext cx="3562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runner/          evaluator/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  execute.py      score.py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  tools.py        rubric.yaml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       × 不得互改 ×</a:t>
            </a:r>
          </a:p>
        </p:txBody>
      </p:sp>
      <p:sp>
        <p:nvSpPr>
          <p:cNvPr id="19" name="p13-note">
            <a:extLst xmlns:a="http://schemas.openxmlformats.org/drawingml/2006/main">
              <a:ext uri="{FF2B5EF4-FFF2-40B4-BE49-F238E27FC236}">
                <a16:creationId xmlns:a16="http://schemas.microsoft.com/office/drawing/2014/main" id="{A57AA17D-2DF2-4FC1-B049-6771CCB6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执行器输出候选；独立评价器计分；人决定是否写回。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虚构案例：每周证据地图更新的完整契约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label">
            <a:extLst xmlns:a="http://schemas.openxmlformats.org/drawingml/2006/main">
              <a:ext uri="{FF2B5EF4-FFF2-40B4-BE49-F238E27FC236}">
                <a16:creationId xmlns:a16="http://schemas.microsoft.com/office/drawing/2014/main" id="{CB5F44DB-E05B-4BD3-873C-6CE77C76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38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161E"/>
                </a:solidFill>
              </a:defRPr>
            </a:pPr>
            <a:r>
              <a:rPr sz="12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课程虚构教学案例｜不预设真实效果</a:t>
            </a:r>
          </a:p>
        </p:txBody>
      </p:sp>
      <p:sp>
        <p:nvSpPr>
          <p:cNvPr id="7" name="p14-0">
            <a:extLst xmlns:a="http://schemas.openxmlformats.org/drawingml/2006/main">
              <a:ext uri="{FF2B5EF4-FFF2-40B4-BE49-F238E27FC236}">
                <a16:creationId xmlns:a16="http://schemas.microsoft.com/office/drawing/2014/main" id="{3920B979-C336-4FDB-AB6F-21EAE063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≤10 篇 DOI + PDF</a:t>
            </a:r>
          </a:p>
        </p:txBody>
      </p:sp>
      <p:sp>
        <p:nvSpPr>
          <p:cNvPr id="8" name="p14-a0">
            <a:extLst xmlns:a="http://schemas.openxmlformats.org/drawingml/2006/main">
              <a:ext uri="{FF2B5EF4-FFF2-40B4-BE49-F238E27FC236}">
                <a16:creationId xmlns:a16="http://schemas.microsoft.com/office/drawing/2014/main" id="{1259F050-8B6F-458C-B9FE-B004031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8161E"/>
                </a:solidFill>
              </a:defRPr>
            </a:pPr>
            <a:r>
              <a:rPr sz="24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p14-1">
            <a:extLst xmlns:a="http://schemas.openxmlformats.org/drawingml/2006/main">
              <a:ext uri="{FF2B5EF4-FFF2-40B4-BE49-F238E27FC236}">
                <a16:creationId xmlns:a16="http://schemas.microsoft.com/office/drawing/2014/main" id="{C0D01B37-C974-4CF8-998C-FC759F9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抽取主张 / 证据角色</a:t>
            </a:r>
          </a:p>
        </p:txBody>
      </p:sp>
      <p:sp>
        <p:nvSpPr>
          <p:cNvPr id="10" name="p14-a1">
            <a:extLst xmlns:a="http://schemas.openxmlformats.org/drawingml/2006/main">
              <a:ext uri="{FF2B5EF4-FFF2-40B4-BE49-F238E27FC236}">
                <a16:creationId xmlns:a16="http://schemas.microsoft.com/office/drawing/2014/main" id="{C37A903D-37C8-4C38-A09F-C8E868B7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8161E"/>
                </a:solidFill>
              </a:defRPr>
            </a:pPr>
            <a:r>
              <a:rPr sz="24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p14-2">
            <a:extLst xmlns:a="http://schemas.openxmlformats.org/drawingml/2006/main">
              <a:ext uri="{FF2B5EF4-FFF2-40B4-BE49-F238E27FC236}">
                <a16:creationId xmlns:a16="http://schemas.microsoft.com/office/drawing/2014/main" id="{17345815-AB94-4320-8237-B8C6F303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原文定位 + 错配率</a:t>
            </a:r>
          </a:p>
        </p:txBody>
      </p:sp>
      <p:sp>
        <p:nvSpPr>
          <p:cNvPr id="12" name="p14-a2">
            <a:extLst xmlns:a="http://schemas.openxmlformats.org/drawingml/2006/main">
              <a:ext uri="{FF2B5EF4-FFF2-40B4-BE49-F238E27FC236}">
                <a16:creationId xmlns:a16="http://schemas.microsoft.com/office/drawing/2014/main" id="{87BE2E64-7039-46C6-A433-A64EAA78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45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8161E"/>
                </a:solidFill>
              </a:defRPr>
            </a:pPr>
            <a:r>
              <a:rPr sz="24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p14-3">
            <a:extLst xmlns:a="http://schemas.openxmlformats.org/drawingml/2006/main">
              <a:ext uri="{FF2B5EF4-FFF2-40B4-BE49-F238E27FC236}">
                <a16:creationId xmlns:a16="http://schemas.microsoft.com/office/drawing/2014/main" id="{7418063E-D4CB-4869-A870-1E2C75F2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Consolas"/>
                <a:ea typeface="Consolas"/>
                <a:cs typeface="Consolas"/>
              </a:rPr>
              <a:t>需确认写回</a:t>
            </a:r>
          </a:p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Consolas"/>
                <a:ea typeface="Consolas"/>
                <a:cs typeface="Consolas"/>
              </a:rPr>
              <a:t>evidence-map.md</a:t>
            </a:r>
          </a:p>
        </p:txBody>
      </p:sp>
      <p:sp>
        <p:nvSpPr>
          <p:cNvPr id="14" name="p14-bounds">
            <a:extLst xmlns:a="http://schemas.openxmlformats.org/drawingml/2006/main">
              <a:ext uri="{FF2B5EF4-FFF2-40B4-BE49-F238E27FC236}">
                <a16:creationId xmlns:a16="http://schemas.microsoft.com/office/drawing/2014/main" id="{CD383AC4-40D5-4E4C-9DF3-74B7687A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边界：禁止联网补文献｜不生成清单外主张｜写回正式证据地图前人工确认</a:t>
            </a:r>
          </a:p>
        </p:txBody>
      </p:sp>
      <p:sp>
        <p:nvSpPr>
          <p:cNvPr id="15" name="p14-eval">
            <a:extLst xmlns:a="http://schemas.openxmlformats.org/drawingml/2006/main">
              <a:ext uri="{FF2B5EF4-FFF2-40B4-BE49-F238E27FC236}">
                <a16:creationId xmlns:a16="http://schemas.microsoft.com/office/drawing/2014/main" id="{0620382C-45F7-40BC-BF23-1DBFC10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005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 = 前一周人工结果     指标 = 错配率 + 时间     失败 = 保留未定位与冲突项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最小原型先证明路径可运行或可演示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label">
            <a:extLst xmlns:a="http://schemas.openxmlformats.org/drawingml/2006/main">
              <a:ext uri="{FF2B5EF4-FFF2-40B4-BE49-F238E27FC236}">
                <a16:creationId xmlns:a16="http://schemas.microsoft.com/office/drawing/2014/main" id="{E7D12C48-44C1-41B3-9EED-8BF087E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虚构教学工件｜可用纸面或 Markdown 替代</a:t>
            </a:r>
          </a:p>
        </p:txBody>
      </p:sp>
      <p:sp>
        <p:nvSpPr>
          <p:cNvPr id="7" name="p15-tree">
            <a:extLst xmlns:a="http://schemas.openxmlformats.org/drawingml/2006/main">
              <a:ext uri="{FF2B5EF4-FFF2-40B4-BE49-F238E27FC236}">
                <a16:creationId xmlns:a16="http://schemas.microsoft.com/office/drawing/2014/main" id="{8F51CBE4-6525-49D2-9C47-27C2D36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3695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workflow/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contract.md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inputs/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run.mjs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evaluator.mjs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trace.jsonl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└─ outputs/</a:t>
            </a:r>
          </a:p>
        </p:txBody>
      </p:sp>
      <p:sp>
        <p:nvSpPr>
          <p:cNvPr id="8" name="p15-n0">
            <a:extLst xmlns:a="http://schemas.openxmlformats.org/drawingml/2006/main">
              <a:ext uri="{FF2B5EF4-FFF2-40B4-BE49-F238E27FC236}">
                <a16:creationId xmlns:a16="http://schemas.microsoft.com/office/drawing/2014/main" id="{16FB99A4-D8C0-4CD9-B1D4-7F3FB80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95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p15-t0">
            <a:extLst xmlns:a="http://schemas.openxmlformats.org/drawingml/2006/main">
              <a:ext uri="{FF2B5EF4-FFF2-40B4-BE49-F238E27FC236}">
                <a16:creationId xmlns:a16="http://schemas.microsoft.com/office/drawing/2014/main" id="{C5808594-626D-41CB-BC1A-F397779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954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读取允许清单</a:t>
            </a:r>
          </a:p>
        </p:txBody>
      </p:sp>
      <p:sp>
        <p:nvSpPr>
          <p:cNvPr id="10" name="p15-n1">
            <a:extLst xmlns:a="http://schemas.openxmlformats.org/drawingml/2006/main">
              <a:ext uri="{FF2B5EF4-FFF2-40B4-BE49-F238E27FC236}">
                <a16:creationId xmlns:a16="http://schemas.microsoft.com/office/drawing/2014/main" id="{9D265515-1ACC-43BA-8097-9D9A21F0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15-t1">
            <a:extLst xmlns:a="http://schemas.openxmlformats.org/drawingml/2006/main">
              <a:ext uri="{FF2B5EF4-FFF2-40B4-BE49-F238E27FC236}">
                <a16:creationId xmlns:a16="http://schemas.microsoft.com/office/drawing/2014/main" id="{4ECEC42D-BE48-4A9B-91BC-BF0AC787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生成候选 + trace</a:t>
            </a:r>
          </a:p>
        </p:txBody>
      </p:sp>
      <p:sp>
        <p:nvSpPr>
          <p:cNvPr id="12" name="p15-n2">
            <a:extLst xmlns:a="http://schemas.openxmlformats.org/drawingml/2006/main">
              <a:ext uri="{FF2B5EF4-FFF2-40B4-BE49-F238E27FC236}">
                <a16:creationId xmlns:a16="http://schemas.microsoft.com/office/drawing/2014/main" id="{CCF19193-5519-4142-A84D-E86D9E43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15-t2">
            <a:extLst xmlns:a="http://schemas.openxmlformats.org/drawingml/2006/main">
              <a:ext uri="{FF2B5EF4-FFF2-40B4-BE49-F238E27FC236}">
                <a16:creationId xmlns:a16="http://schemas.microsoft.com/office/drawing/2014/main" id="{ED3E783F-1FE8-4046-A76D-C9521468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独立评价</a:t>
            </a:r>
          </a:p>
        </p:txBody>
      </p:sp>
      <p:sp>
        <p:nvSpPr>
          <p:cNvPr id="14" name="p15-n3">
            <a:extLst xmlns:a="http://schemas.openxmlformats.org/drawingml/2006/main">
              <a:ext uri="{FF2B5EF4-FFF2-40B4-BE49-F238E27FC236}">
                <a16:creationId xmlns:a16="http://schemas.microsoft.com/office/drawing/2014/main" id="{668ED2EE-D6DF-43FC-86A9-3A886FB0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p15-t3">
            <a:extLst xmlns:a="http://schemas.openxmlformats.org/drawingml/2006/main">
              <a:ext uri="{FF2B5EF4-FFF2-40B4-BE49-F238E27FC236}">
                <a16:creationId xmlns:a16="http://schemas.microsoft.com/office/drawing/2014/main" id="{EB78CF7F-7A38-4FC9-A140-E12BB26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人工确认写回</a:t>
            </a:r>
          </a:p>
        </p:txBody>
      </p:sp>
      <p:sp>
        <p:nvSpPr>
          <p:cNvPr id="16" name="p15-bottom">
            <a:extLst xmlns:a="http://schemas.openxmlformats.org/drawingml/2006/main">
              <a:ext uri="{FF2B5EF4-FFF2-40B4-BE49-F238E27FC236}">
                <a16:creationId xmlns:a16="http://schemas.microsoft.com/office/drawing/2014/main" id="{7E61AC73-E095-4320-BB9E-2AD11F45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原型目标：证明路径可运行或可演示，不证明研究结论成立。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 trace 必须保留越权、处置与恢复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axis">
            <a:extLst xmlns:a="http://schemas.openxmlformats.org/drawingml/2006/main">
              <a:ext uri="{FF2B5EF4-FFF2-40B4-BE49-F238E27FC236}">
                <a16:creationId xmlns:a16="http://schemas.microsoft.com/office/drawing/2014/main" id="{62B56F15-FCE0-4BBD-AA78-6EE27428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43200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6-dot0">
            <a:extLst xmlns:a="http://schemas.openxmlformats.org/drawingml/2006/main">
              <a:ext uri="{FF2B5EF4-FFF2-40B4-BE49-F238E27FC236}">
                <a16:creationId xmlns:a16="http://schemas.microsoft.com/office/drawing/2014/main" id="{C8A244B2-AE6B-43DB-8D1D-F463E8F7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1066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8" name="p16-time0">
            <a:extLst xmlns:a="http://schemas.openxmlformats.org/drawingml/2006/main">
              <a:ext uri="{FF2B5EF4-FFF2-40B4-BE49-F238E27FC236}">
                <a16:creationId xmlns:a16="http://schemas.microsoft.com/office/drawing/2014/main" id="{607AAE15-5AE3-4DF7-AD1B-36DBE6CB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09:00</a:t>
            </a:r>
          </a:p>
        </p:txBody>
      </p:sp>
      <p:sp>
        <p:nvSpPr>
          <p:cNvPr id="9" name="p16-t0">
            <a:extLst xmlns:a="http://schemas.openxmlformats.org/drawingml/2006/main">
              <a:ext uri="{FF2B5EF4-FFF2-40B4-BE49-F238E27FC236}">
                <a16:creationId xmlns:a16="http://schemas.microsoft.com/office/drawing/2014/main" id="{C01FD10C-D2B8-45AB-A989-A0F832C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3850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读取 8 篇</a:t>
            </a:r>
          </a:p>
        </p:txBody>
      </p:sp>
      <p:sp>
        <p:nvSpPr>
          <p:cNvPr id="10" name="p16-dot1">
            <a:extLst xmlns:a="http://schemas.openxmlformats.org/drawingml/2006/main">
              <a:ext uri="{FF2B5EF4-FFF2-40B4-BE49-F238E27FC236}">
                <a16:creationId xmlns:a16="http://schemas.microsoft.com/office/drawing/2014/main" id="{337B9718-D20A-46BD-BF53-A2E63BF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066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越权</a:t>
            </a:r>
          </a:p>
        </p:txBody>
      </p:sp>
      <p:sp>
        <p:nvSpPr>
          <p:cNvPr id="11" name="p16-time1">
            <a:extLst xmlns:a="http://schemas.openxmlformats.org/drawingml/2006/main">
              <a:ext uri="{FF2B5EF4-FFF2-40B4-BE49-F238E27FC236}">
                <a16:creationId xmlns:a16="http://schemas.microsoft.com/office/drawing/2014/main" id="{E170A4A7-90DF-4337-B71F-6EA5D52D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09:03</a:t>
            </a:r>
          </a:p>
        </p:txBody>
      </p:sp>
      <p:sp>
        <p:nvSpPr>
          <p:cNvPr id="12" name="p16-t1">
            <a:extLst xmlns:a="http://schemas.openxmlformats.org/drawingml/2006/main">
              <a:ext uri="{FF2B5EF4-FFF2-40B4-BE49-F238E27FC236}">
                <a16:creationId xmlns:a16="http://schemas.microsoft.com/office/drawing/2014/main" id="{55813DA1-C309-45AB-BB96-78D7FA19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尝试联网补文献</a:t>
            </a:r>
          </a:p>
        </p:txBody>
      </p:sp>
      <p:sp>
        <p:nvSpPr>
          <p:cNvPr id="13" name="p16-dot2">
            <a:extLst xmlns:a="http://schemas.openxmlformats.org/drawingml/2006/main">
              <a:ext uri="{FF2B5EF4-FFF2-40B4-BE49-F238E27FC236}">
                <a16:creationId xmlns:a16="http://schemas.microsoft.com/office/drawing/2014/main" id="{83ECC269-43B5-4B28-89FF-0EF8420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066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14" name="p16-time2">
            <a:extLst xmlns:a="http://schemas.openxmlformats.org/drawingml/2006/main">
              <a:ext uri="{FF2B5EF4-FFF2-40B4-BE49-F238E27FC236}">
                <a16:creationId xmlns:a16="http://schemas.microsoft.com/office/drawing/2014/main" id="{43109AF1-F020-458C-827B-1ED749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09:04</a:t>
            </a:r>
          </a:p>
        </p:txBody>
      </p:sp>
      <p:sp>
        <p:nvSpPr>
          <p:cNvPr id="15" name="p16-t2">
            <a:extLst xmlns:a="http://schemas.openxmlformats.org/drawingml/2006/main">
              <a:ext uri="{FF2B5EF4-FFF2-40B4-BE49-F238E27FC236}">
                <a16:creationId xmlns:a16="http://schemas.microsoft.com/office/drawing/2014/main" id="{0EE7FD51-6537-4785-A0E8-4873F163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拒绝动作并记录</a:t>
            </a:r>
          </a:p>
        </p:txBody>
      </p:sp>
      <p:sp>
        <p:nvSpPr>
          <p:cNvPr id="16" name="p16-dot3">
            <a:extLst xmlns:a="http://schemas.openxmlformats.org/drawingml/2006/main">
              <a:ext uri="{FF2B5EF4-FFF2-40B4-BE49-F238E27FC236}">
                <a16:creationId xmlns:a16="http://schemas.microsoft.com/office/drawing/2014/main" id="{B8248143-1862-4B16-BEB2-26BE5697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14600"/>
            <a:ext cx="1066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7" name="p16-time3">
            <a:extLst xmlns:a="http://schemas.openxmlformats.org/drawingml/2006/main">
              <a:ext uri="{FF2B5EF4-FFF2-40B4-BE49-F238E27FC236}">
                <a16:creationId xmlns:a16="http://schemas.microsoft.com/office/drawing/2014/main" id="{7EE16CA2-3ED1-4231-A994-3D942F19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09:06</a:t>
            </a:r>
          </a:p>
        </p:txBody>
      </p:sp>
      <p:sp>
        <p:nvSpPr>
          <p:cNvPr id="18" name="p16-t3">
            <a:extLst xmlns:a="http://schemas.openxmlformats.org/drawingml/2006/main">
              <a:ext uri="{FF2B5EF4-FFF2-40B4-BE49-F238E27FC236}">
                <a16:creationId xmlns:a16="http://schemas.microsoft.com/office/drawing/2014/main" id="{44862C6C-AC49-4688-8E4B-BB3AB9A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38A"/>
                </a:solidFill>
              </a:defRPr>
            </a:pPr>
            <a:r>
              <a:rPr sz="14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人工收窄到清单</a:t>
            </a:r>
          </a:p>
        </p:txBody>
      </p:sp>
      <p:sp>
        <p:nvSpPr>
          <p:cNvPr id="19" name="p16-dot4">
            <a:extLst xmlns:a="http://schemas.openxmlformats.org/drawingml/2006/main">
              <a:ext uri="{FF2B5EF4-FFF2-40B4-BE49-F238E27FC236}">
                <a16:creationId xmlns:a16="http://schemas.microsoft.com/office/drawing/2014/main" id="{EFC282F1-40EC-4CD9-BD5F-0167EB3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066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20" name="p16-time4">
            <a:extLst xmlns:a="http://schemas.openxmlformats.org/drawingml/2006/main">
              <a:ext uri="{FF2B5EF4-FFF2-40B4-BE49-F238E27FC236}">
                <a16:creationId xmlns:a16="http://schemas.microsoft.com/office/drawing/2014/main" id="{4BEA7E31-A82F-493A-AF74-C376E45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09:10</a:t>
            </a:r>
          </a:p>
        </p:txBody>
      </p:sp>
      <p:sp>
        <p:nvSpPr>
          <p:cNvPr id="21" name="p16-t4">
            <a:extLst xmlns:a="http://schemas.openxmlformats.org/drawingml/2006/main">
              <a:ext uri="{FF2B5EF4-FFF2-40B4-BE49-F238E27FC236}">
                <a16:creationId xmlns:a16="http://schemas.microsoft.com/office/drawing/2014/main" id="{520836F7-C1D7-419D-AA20-1319417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恢复并输出草稿</a:t>
            </a:r>
          </a:p>
        </p:txBody>
      </p:sp>
      <p:sp>
        <p:nvSpPr>
          <p:cNvPr id="22" name="p16-log">
            <a:extLst xmlns:a="http://schemas.openxmlformats.org/drawingml/2006/main">
              <a:ext uri="{FF2B5EF4-FFF2-40B4-BE49-F238E27FC236}">
                <a16:creationId xmlns:a16="http://schemas.microsoft.com/office/drawing/2014/main" id="{EEDAD10E-6128-4CC5-AB06-089D3642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trace.jsonl：action=network_search  permission=denied  recovery=narrow_scope  reviewer=human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个人实践：18 分钟完成说明与原型草图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time">
            <a:extLst xmlns:a="http://schemas.openxmlformats.org/drawingml/2006/main">
              <a:ext uri="{FF2B5EF4-FFF2-40B4-BE49-F238E27FC236}">
                <a16:creationId xmlns:a16="http://schemas.microsoft.com/office/drawing/2014/main" id="{38715B4A-AAF7-4AE8-84CB-4846E970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35814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8161E"/>
                </a:solidFill>
              </a:defRPr>
            </a:pPr>
            <a:r>
              <a:rPr sz="48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7" name="p17-span">
            <a:extLst xmlns:a="http://schemas.openxmlformats.org/drawingml/2006/main">
              <a:ext uri="{FF2B5EF4-FFF2-40B4-BE49-F238E27FC236}">
                <a16:creationId xmlns:a16="http://schemas.microsoft.com/office/drawing/2014/main" id="{036558F1-492C-4FE0-9271-CB5D45B7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60:00-78:00｜停留 P17-P18</a:t>
            </a:r>
          </a:p>
        </p:txBody>
      </p:sp>
      <p:sp>
        <p:nvSpPr>
          <p:cNvPr id="8" name="p17-n0">
            <a:extLst xmlns:a="http://schemas.openxmlformats.org/drawingml/2006/main">
              <a:ext uri="{FF2B5EF4-FFF2-40B4-BE49-F238E27FC236}">
                <a16:creationId xmlns:a16="http://schemas.microsoft.com/office/drawing/2014/main" id="{B6E971FE-926A-4C0D-B3F0-2DA863C5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143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p17-t0">
            <a:extLst xmlns:a="http://schemas.openxmlformats.org/drawingml/2006/main">
              <a:ext uri="{FF2B5EF4-FFF2-40B4-BE49-F238E27FC236}">
                <a16:creationId xmlns:a16="http://schemas.microsoft.com/office/drawing/2014/main" id="{7B9A7CBD-75A8-4F08-B659-2175986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430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填写八要素契约</a:t>
            </a:r>
          </a:p>
        </p:txBody>
      </p:sp>
      <p:sp>
        <p:nvSpPr>
          <p:cNvPr id="10" name="p17-n1">
            <a:extLst xmlns:a="http://schemas.openxmlformats.org/drawingml/2006/main">
              <a:ext uri="{FF2B5EF4-FFF2-40B4-BE49-F238E27FC236}">
                <a16:creationId xmlns:a16="http://schemas.microsoft.com/office/drawing/2014/main" id="{C71F6278-9F25-4E40-BD64-0CB501D4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17-t1">
            <a:extLst xmlns:a="http://schemas.openxmlformats.org/drawingml/2006/main">
              <a:ext uri="{FF2B5EF4-FFF2-40B4-BE49-F238E27FC236}">
                <a16:creationId xmlns:a16="http://schemas.microsoft.com/office/drawing/2014/main" id="{2BDA0DE5-DDB1-4D83-B4CE-4966589F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02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画目录树 / 流程图</a:t>
            </a:r>
          </a:p>
        </p:txBody>
      </p:sp>
      <p:sp>
        <p:nvSpPr>
          <p:cNvPr id="12" name="p17-n2">
            <a:extLst xmlns:a="http://schemas.openxmlformats.org/drawingml/2006/main">
              <a:ext uri="{FF2B5EF4-FFF2-40B4-BE49-F238E27FC236}">
                <a16:creationId xmlns:a16="http://schemas.microsoft.com/office/drawing/2014/main" id="{1ED8B90A-8A7A-492A-A7C6-FD8982A0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17-t2">
            <a:extLst xmlns:a="http://schemas.openxmlformats.org/drawingml/2006/main">
              <a:ext uri="{FF2B5EF4-FFF2-40B4-BE49-F238E27FC236}">
                <a16:creationId xmlns:a16="http://schemas.microsoft.com/office/drawing/2014/main" id="{6BBA92DC-CB29-4B0B-89D3-4700BD7B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baseline、指标、确认点</a:t>
            </a:r>
          </a:p>
        </p:txBody>
      </p:sp>
      <p:sp>
        <p:nvSpPr>
          <p:cNvPr id="14" name="p17-n3">
            <a:extLst xmlns:a="http://schemas.openxmlformats.org/drawingml/2006/main">
              <a:ext uri="{FF2B5EF4-FFF2-40B4-BE49-F238E27FC236}">
                <a16:creationId xmlns:a16="http://schemas.microsoft.com/office/drawing/2014/main" id="{6E5AFF2D-DEB8-4D0A-9DD6-18426ED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p17-t3">
            <a:extLst xmlns:a="http://schemas.openxmlformats.org/drawingml/2006/main">
              <a:ext uri="{FF2B5EF4-FFF2-40B4-BE49-F238E27FC236}">
                <a16:creationId xmlns:a16="http://schemas.microsoft.com/office/drawing/2014/main" id="{B5E73F3E-D9D8-46E2-A111-0E03B799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147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预留失败与 trace 位置</a:t>
            </a:r>
          </a:p>
        </p:txBody>
      </p:sp>
      <p:sp>
        <p:nvSpPr>
          <p:cNvPr id="16" name="p17-fallback">
            <a:extLst xmlns:a="http://schemas.openxmlformats.org/drawingml/2006/main">
              <a:ext uri="{FF2B5EF4-FFF2-40B4-BE49-F238E27FC236}">
                <a16:creationId xmlns:a16="http://schemas.microsoft.com/office/drawing/2014/main" id="{B7C9FB20-D046-4A3F-A172-49692C0F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872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无环境：Markdown / 纸面完成同字段；不逐台排障。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八要素自检是验证门的设计前置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0-l">
            <a:extLst xmlns:a="http://schemas.openxmlformats.org/drawingml/2006/main">
              <a:ext uri="{FF2B5EF4-FFF2-40B4-BE49-F238E27FC236}">
                <a16:creationId xmlns:a16="http://schemas.microsoft.com/office/drawing/2014/main" id="{8FF89C95-7F21-4023-AFB7-AD7CB96C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任务契约</a:t>
            </a:r>
          </a:p>
        </p:txBody>
      </p:sp>
      <p:sp>
        <p:nvSpPr>
          <p:cNvPr id="7" name="p18-0-t">
            <a:extLst xmlns:a="http://schemas.openxmlformats.org/drawingml/2006/main">
              <a:ext uri="{FF2B5EF4-FFF2-40B4-BE49-F238E27FC236}">
                <a16:creationId xmlns:a16="http://schemas.microsoft.com/office/drawing/2014/main" id="{35C63B80-4054-4942-9147-6E1EA3F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9906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四字段完整</a:t>
            </a:r>
          </a:p>
        </p:txBody>
      </p:sp>
      <p:sp>
        <p:nvSpPr>
          <p:cNvPr id="8" name="p18-1-l">
            <a:extLst xmlns:a="http://schemas.openxmlformats.org/drawingml/2006/main">
              <a:ext uri="{FF2B5EF4-FFF2-40B4-BE49-F238E27FC236}">
                <a16:creationId xmlns:a16="http://schemas.microsoft.com/office/drawing/2014/main" id="{E23E1976-9CD1-440A-9C0B-4AFCB14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Context</a:t>
            </a:r>
          </a:p>
        </p:txBody>
      </p:sp>
      <p:sp>
        <p:nvSpPr>
          <p:cNvPr id="9" name="p18-1-t">
            <a:extLst xmlns:a="http://schemas.openxmlformats.org/drawingml/2006/main">
              <a:ext uri="{FF2B5EF4-FFF2-40B4-BE49-F238E27FC236}">
                <a16:creationId xmlns:a16="http://schemas.microsoft.com/office/drawing/2014/main" id="{55528201-1739-4B57-B906-415F3675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66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材料最小、来源明确</a:t>
            </a:r>
          </a:p>
        </p:txBody>
      </p:sp>
      <p:sp>
        <p:nvSpPr>
          <p:cNvPr id="10" name="p18-2-l">
            <a:extLst xmlns:a="http://schemas.openxmlformats.org/drawingml/2006/main">
              <a:ext uri="{FF2B5EF4-FFF2-40B4-BE49-F238E27FC236}">
                <a16:creationId xmlns:a16="http://schemas.microsoft.com/office/drawing/2014/main" id="{F2410934-3D5D-4C08-ACC7-F5D8725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Memory / 状态</a:t>
            </a:r>
          </a:p>
        </p:txBody>
      </p:sp>
      <p:sp>
        <p:nvSpPr>
          <p:cNvPr id="11" name="p18-2-t">
            <a:extLst xmlns:a="http://schemas.openxmlformats.org/drawingml/2006/main">
              <a:ext uri="{FF2B5EF4-FFF2-40B4-BE49-F238E27FC236}">
                <a16:creationId xmlns:a16="http://schemas.microsoft.com/office/drawing/2014/main" id="{A0F3F526-9A22-403F-9E72-ED66C133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432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写回可审计工件</a:t>
            </a:r>
          </a:p>
        </p:txBody>
      </p:sp>
      <p:sp>
        <p:nvSpPr>
          <p:cNvPr id="12" name="p18-3-l">
            <a:extLst xmlns:a="http://schemas.openxmlformats.org/drawingml/2006/main">
              <a:ext uri="{FF2B5EF4-FFF2-40B4-BE49-F238E27FC236}">
                <a16:creationId xmlns:a16="http://schemas.microsoft.com/office/drawing/2014/main" id="{B8B74E75-556A-416C-8C5B-21324339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工具与权限</a:t>
            </a:r>
          </a:p>
        </p:txBody>
      </p:sp>
      <p:sp>
        <p:nvSpPr>
          <p:cNvPr id="13" name="p18-3-t">
            <a:extLst xmlns:a="http://schemas.openxmlformats.org/drawingml/2006/main">
              <a:ext uri="{FF2B5EF4-FFF2-40B4-BE49-F238E27FC236}">
                <a16:creationId xmlns:a16="http://schemas.microsoft.com/office/drawing/2014/main" id="{F5C425CE-53FC-4951-8C1D-295C80C6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195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五档 + 确认点</a:t>
            </a:r>
          </a:p>
        </p:txBody>
      </p:sp>
      <p:sp>
        <p:nvSpPr>
          <p:cNvPr id="14" name="p18-4-l">
            <a:extLst xmlns:a="http://schemas.openxmlformats.org/drawingml/2006/main">
              <a:ext uri="{FF2B5EF4-FFF2-40B4-BE49-F238E27FC236}">
                <a16:creationId xmlns:a16="http://schemas.microsoft.com/office/drawing/2014/main" id="{2AE9F251-2CF3-4158-B323-A2DEB96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9906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执行循环</a:t>
            </a:r>
          </a:p>
        </p:txBody>
      </p:sp>
      <p:sp>
        <p:nvSpPr>
          <p:cNvPr id="15" name="p18-4-t">
            <a:extLst xmlns:a="http://schemas.openxmlformats.org/drawingml/2006/main">
              <a:ext uri="{FF2B5EF4-FFF2-40B4-BE49-F238E27FC236}">
                <a16:creationId xmlns:a16="http://schemas.microsoft.com/office/drawing/2014/main" id="{DEDBEC00-EB4E-4BF2-BC68-1A1B188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906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模式 / 预算 / 停止</a:t>
            </a:r>
          </a:p>
        </p:txBody>
      </p:sp>
      <p:sp>
        <p:nvSpPr>
          <p:cNvPr id="16" name="p18-5-l">
            <a:extLst xmlns:a="http://schemas.openxmlformats.org/drawingml/2006/main">
              <a:ext uri="{FF2B5EF4-FFF2-40B4-BE49-F238E27FC236}">
                <a16:creationId xmlns:a16="http://schemas.microsoft.com/office/drawing/2014/main" id="{80E520E7-3856-42A7-A997-A45E9C75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工件与追踪</a:t>
            </a:r>
          </a:p>
        </p:txBody>
      </p:sp>
      <p:sp>
        <p:nvSpPr>
          <p:cNvPr id="17" name="p18-5-t">
            <a:extLst xmlns:a="http://schemas.openxmlformats.org/drawingml/2006/main">
              <a:ext uri="{FF2B5EF4-FFF2-40B4-BE49-F238E27FC236}">
                <a16:creationId xmlns:a16="http://schemas.microsoft.com/office/drawing/2014/main" id="{DD7C220E-A1B8-4451-A9FE-ED0C9B9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可回证据 / 实验 ID</a:t>
            </a:r>
          </a:p>
        </p:txBody>
      </p:sp>
      <p:sp>
        <p:nvSpPr>
          <p:cNvPr id="18" name="p18-6-l">
            <a:extLst xmlns:a="http://schemas.openxmlformats.org/drawingml/2006/main">
              <a:ext uri="{FF2B5EF4-FFF2-40B4-BE49-F238E27FC236}">
                <a16:creationId xmlns:a16="http://schemas.microsoft.com/office/drawing/2014/main" id="{FA6BAAA0-2930-4681-8836-25059159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Evals + 人工</a:t>
            </a:r>
          </a:p>
        </p:txBody>
      </p:sp>
      <p:sp>
        <p:nvSpPr>
          <p:cNvPr id="19" name="p18-6-t">
            <a:extLst xmlns:a="http://schemas.openxmlformats.org/drawingml/2006/main">
              <a:ext uri="{FF2B5EF4-FFF2-40B4-BE49-F238E27FC236}">
                <a16:creationId xmlns:a16="http://schemas.microsoft.com/office/drawing/2014/main" id="{CB964203-21FA-47A2-A6BC-7A491F0B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/ 指标 / 对照</a:t>
            </a:r>
          </a:p>
        </p:txBody>
      </p:sp>
      <p:sp>
        <p:nvSpPr>
          <p:cNvPr id="20" name="p18-7-l">
            <a:extLst xmlns:a="http://schemas.openxmlformats.org/drawingml/2006/main">
              <a:ext uri="{FF2B5EF4-FFF2-40B4-BE49-F238E27FC236}">
                <a16:creationId xmlns:a16="http://schemas.microsoft.com/office/drawing/2014/main" id="{EEE2372E-5E7E-40DE-A615-A0CFFB47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失败恢复</a:t>
            </a:r>
          </a:p>
        </p:txBody>
      </p:sp>
      <p:sp>
        <p:nvSpPr>
          <p:cNvPr id="21" name="p18-7-t">
            <a:extLst xmlns:a="http://schemas.openxmlformats.org/drawingml/2006/main">
              <a:ext uri="{FF2B5EF4-FFF2-40B4-BE49-F238E27FC236}">
                <a16:creationId xmlns:a16="http://schemas.microsoft.com/office/drawing/2014/main" id="{59487714-C4CF-4C5C-91A7-52DCB5A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保留、回退、核验</a:t>
            </a:r>
          </a:p>
        </p:txBody>
      </p:sp>
      <p:sp>
        <p:nvSpPr>
          <p:cNvPr id="22" name="p18-bottom">
            <a:extLst xmlns:a="http://schemas.openxmlformats.org/drawingml/2006/main">
              <a:ext uri="{FF2B5EF4-FFF2-40B4-BE49-F238E27FC236}">
                <a16:creationId xmlns:a16="http://schemas.microsoft.com/office/drawing/2014/main" id="{F0CCD065-1356-408B-B675-57D29B2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设计前置 ≠ 验证门完成：第 13 课还要实际运行、评价、影响报告、证据回写与合规更新。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同伴只问边界、越权与 baseline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n0">
            <a:extLst xmlns:a="http://schemas.openxmlformats.org/drawingml/2006/main">
              <a:ext uri="{FF2B5EF4-FFF2-40B4-BE49-F238E27FC236}">
                <a16:creationId xmlns:a16="http://schemas.microsoft.com/office/drawing/2014/main" id="{9A13523D-39EE-45B2-8DB7-6AE04A29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19-a0">
            <a:extLst xmlns:a="http://schemas.openxmlformats.org/drawingml/2006/main">
              <a:ext uri="{FF2B5EF4-FFF2-40B4-BE49-F238E27FC236}">
                <a16:creationId xmlns:a16="http://schemas.microsoft.com/office/drawing/2014/main" id="{9369F3AD-6FCC-45F6-9551-654FAA31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8" name="p19-b0">
            <a:extLst xmlns:a="http://schemas.openxmlformats.org/drawingml/2006/main">
              <a:ext uri="{FF2B5EF4-FFF2-40B4-BE49-F238E27FC236}">
                <a16:creationId xmlns:a16="http://schemas.microsoft.com/office/drawing/2014/main" id="{CCE3452B-43AB-4910-B93A-2A74B1A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43000"/>
            <a:ext cx="784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什么动作不应由 Agent 决定？</a:t>
            </a:r>
          </a:p>
        </p:txBody>
      </p:sp>
      <p:sp>
        <p:nvSpPr>
          <p:cNvPr id="9" name="p19-n1">
            <a:extLst xmlns:a="http://schemas.openxmlformats.org/drawingml/2006/main">
              <a:ext uri="{FF2B5EF4-FFF2-40B4-BE49-F238E27FC236}">
                <a16:creationId xmlns:a16="http://schemas.microsoft.com/office/drawing/2014/main" id="{D9D74406-F968-455B-88A2-D514BB8E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9-a1">
            <a:extLst xmlns:a="http://schemas.openxmlformats.org/drawingml/2006/main">
              <a:ext uri="{FF2B5EF4-FFF2-40B4-BE49-F238E27FC236}">
                <a16:creationId xmlns:a16="http://schemas.microsoft.com/office/drawing/2014/main" id="{98E9BFEE-50F9-41C0-BCD9-934F2A0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越权</a:t>
            </a:r>
          </a:p>
        </p:txBody>
      </p:sp>
      <p:sp>
        <p:nvSpPr>
          <p:cNvPr id="11" name="p19-b1">
            <a:extLst xmlns:a="http://schemas.openxmlformats.org/drawingml/2006/main">
              <a:ext uri="{FF2B5EF4-FFF2-40B4-BE49-F238E27FC236}">
                <a16:creationId xmlns:a16="http://schemas.microsoft.com/office/drawing/2014/main" id="{A5A5A5B2-D696-4504-AAAF-0F79673B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784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哪一步可能升级权限或外部写入？</a:t>
            </a:r>
          </a:p>
        </p:txBody>
      </p:sp>
      <p:sp>
        <p:nvSpPr>
          <p:cNvPr id="12" name="p19-n2">
            <a:extLst xmlns:a="http://schemas.openxmlformats.org/drawingml/2006/main">
              <a:ext uri="{FF2B5EF4-FFF2-40B4-BE49-F238E27FC236}">
                <a16:creationId xmlns:a16="http://schemas.microsoft.com/office/drawing/2014/main" id="{C141ED99-3550-4F18-BB59-4CC59EB9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19-a2">
            <a:extLst xmlns:a="http://schemas.openxmlformats.org/drawingml/2006/main">
              <a:ext uri="{FF2B5EF4-FFF2-40B4-BE49-F238E27FC236}">
                <a16:creationId xmlns:a16="http://schemas.microsoft.com/office/drawing/2014/main" id="{E443F2D7-082F-41D8-B2B2-6801EE4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14" name="p19-b2">
            <a:extLst xmlns:a="http://schemas.openxmlformats.org/drawingml/2006/main">
              <a:ext uri="{FF2B5EF4-FFF2-40B4-BE49-F238E27FC236}">
                <a16:creationId xmlns:a16="http://schemas.microsoft.com/office/drawing/2014/main" id="{D0FAA5A3-9FDB-48D7-819E-A94E466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784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改进与什么公平参照比较？</a:t>
            </a:r>
          </a:p>
        </p:txBody>
      </p:sp>
      <p:sp>
        <p:nvSpPr>
          <p:cNvPr id="15" name="p19-status">
            <a:extLst xmlns:a="http://schemas.openxmlformats.org/drawingml/2006/main">
              <a:ext uri="{FF2B5EF4-FFF2-40B4-BE49-F238E27FC236}">
                <a16:creationId xmlns:a16="http://schemas.microsoft.com/office/drawing/2014/main" id="{59A3B785-0E9B-4B44-A8DE-D176E2D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887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作者处理：采纳｜拒绝｜暂缓；每项写理由，不形成共同提交。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退出卡：把设计带到第 13 课实际验证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p20-left-title">
            <a:extLst xmlns:a="http://schemas.openxmlformats.org/drawingml/2006/main">
              <a:ext uri="{FF2B5EF4-FFF2-40B4-BE49-F238E27FC236}">
                <a16:creationId xmlns:a16="http://schemas.microsoft.com/office/drawing/2014/main" id="{FE066EBC-DEB4-4814-B08E-B86C36E0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退出卡｜现在能回答</a:t>
            </a:r>
          </a:p>
        </p:txBody>
      </p:sp>
      <p:sp>
        <p:nvSpPr>
          <p:cNvPr id="7" name="p20-n0">
            <a:extLst xmlns:a="http://schemas.openxmlformats.org/drawingml/2006/main">
              <a:ext uri="{FF2B5EF4-FFF2-40B4-BE49-F238E27FC236}">
                <a16:creationId xmlns:a16="http://schemas.microsoft.com/office/drawing/2014/main" id="{2BAFA034-7417-4716-A8F2-BC98E9F6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20-t0">
            <a:extLst xmlns:a="http://schemas.openxmlformats.org/drawingml/2006/main">
              <a:ext uri="{FF2B5EF4-FFF2-40B4-BE49-F238E27FC236}">
                <a16:creationId xmlns:a16="http://schemas.microsoft.com/office/drawing/2014/main" id="{3A926278-BF1E-4941-BC06-ADC7F36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我的工作流最危险的权限是？</a:t>
            </a:r>
          </a:p>
        </p:txBody>
      </p:sp>
      <p:sp>
        <p:nvSpPr>
          <p:cNvPr id="9" name="p20-n1">
            <a:extLst xmlns:a="http://schemas.openxmlformats.org/drawingml/2006/main">
              <a:ext uri="{FF2B5EF4-FFF2-40B4-BE49-F238E27FC236}">
                <a16:creationId xmlns:a16="http://schemas.microsoft.com/office/drawing/2014/main" id="{BB14803F-7627-4F0C-B3EC-FF4E077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20-t1">
            <a:extLst xmlns:a="http://schemas.openxmlformats.org/drawingml/2006/main">
              <a:ext uri="{FF2B5EF4-FFF2-40B4-BE49-F238E27FC236}">
                <a16:creationId xmlns:a16="http://schemas.microsoft.com/office/drawing/2014/main" id="{2514F229-FEA3-4441-9F73-BEE209D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哪项八要素仍为空？</a:t>
            </a:r>
          </a:p>
        </p:txBody>
      </p:sp>
      <p:sp>
        <p:nvSpPr>
          <p:cNvPr id="11" name="p20-n2">
            <a:extLst xmlns:a="http://schemas.openxmlformats.org/drawingml/2006/main">
              <a:ext uri="{FF2B5EF4-FFF2-40B4-BE49-F238E27FC236}">
                <a16:creationId xmlns:a16="http://schemas.microsoft.com/office/drawing/2014/main" id="{6EEF647B-015E-45F5-969A-F063A0C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20-t2">
            <a:extLst xmlns:a="http://schemas.openxmlformats.org/drawingml/2006/main">
              <a:ext uri="{FF2B5EF4-FFF2-40B4-BE49-F238E27FC236}">
                <a16:creationId xmlns:a16="http://schemas.microsoft.com/office/drawing/2014/main" id="{91078E41-8951-41B3-B3FB-776A37E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13 课先验证哪一步？</a:t>
            </a:r>
          </a:p>
        </p:txBody>
      </p:sp>
      <p:sp>
        <p:nvSpPr>
          <p:cNvPr id="13" name="p20-arrow">
            <a:extLst xmlns:a="http://schemas.openxmlformats.org/drawingml/2006/main">
              <a:ext uri="{FF2B5EF4-FFF2-40B4-BE49-F238E27FC236}">
                <a16:creationId xmlns:a16="http://schemas.microsoft.com/office/drawing/2014/main" id="{86E4FB39-0052-4D18-835A-4B306AE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C8161E"/>
                </a:solidFill>
              </a:defRPr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p20-right-title">
            <a:extLst xmlns:a="http://schemas.openxmlformats.org/drawingml/2006/main">
              <a:ext uri="{FF2B5EF4-FFF2-40B4-BE49-F238E27FC236}">
                <a16:creationId xmlns:a16="http://schemas.microsoft.com/office/drawing/2014/main" id="{B985E265-4357-49FD-B7DB-14DEE481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9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13 课｜实际验证</a:t>
            </a:r>
          </a:p>
        </p:txBody>
      </p:sp>
      <p:sp>
        <p:nvSpPr>
          <p:cNvPr id="15" name="p20-r0-l">
            <a:extLst xmlns:a="http://schemas.openxmlformats.org/drawingml/2006/main">
              <a:ext uri="{FF2B5EF4-FFF2-40B4-BE49-F238E27FC236}">
                <a16:creationId xmlns:a16="http://schemas.microsoft.com/office/drawing/2014/main" id="{CE444EC7-ABA6-4537-9424-DCC2CCFB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p20-r0-t">
            <a:extLst xmlns:a="http://schemas.openxmlformats.org/drawingml/2006/main">
              <a:ext uri="{FF2B5EF4-FFF2-40B4-BE49-F238E27FC236}">
                <a16:creationId xmlns:a16="http://schemas.microsoft.com/office/drawing/2014/main" id="{2A101242-005A-4888-8627-5CB51A54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运行或演示原型</a:t>
            </a:r>
          </a:p>
        </p:txBody>
      </p:sp>
      <p:sp>
        <p:nvSpPr>
          <p:cNvPr id="17" name="p20-r1-l">
            <a:extLst xmlns:a="http://schemas.openxmlformats.org/drawingml/2006/main">
              <a:ext uri="{FF2B5EF4-FFF2-40B4-BE49-F238E27FC236}">
                <a16:creationId xmlns:a16="http://schemas.microsoft.com/office/drawing/2014/main" id="{97B3E04A-6C37-4642-8501-F0D4A2F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20-r1-t">
            <a:extLst xmlns:a="http://schemas.openxmlformats.org/drawingml/2006/main">
              <a:ext uri="{FF2B5EF4-FFF2-40B4-BE49-F238E27FC236}">
                <a16:creationId xmlns:a16="http://schemas.microsoft.com/office/drawing/2014/main" id="{D3D462D8-C309-49B8-AAD7-E0AD6ADC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 baseline / 对照评价</a:t>
            </a:r>
          </a:p>
        </p:txBody>
      </p:sp>
      <p:sp>
        <p:nvSpPr>
          <p:cNvPr id="19" name="p20-r2-l">
            <a:extLst xmlns:a="http://schemas.openxmlformats.org/drawingml/2006/main">
              <a:ext uri="{FF2B5EF4-FFF2-40B4-BE49-F238E27FC236}">
                <a16:creationId xmlns:a16="http://schemas.microsoft.com/office/drawing/2014/main" id="{9F59D118-68DF-41B2-8C74-1CD4018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p20-r2-t">
            <a:extLst xmlns:a="http://schemas.openxmlformats.org/drawingml/2006/main">
              <a:ext uri="{FF2B5EF4-FFF2-40B4-BE49-F238E27FC236}">
                <a16:creationId xmlns:a16="http://schemas.microsoft.com/office/drawing/2014/main" id="{92C6102E-0D38-462F-8A09-C710A69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718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保留失败与人工审核记录</a:t>
            </a:r>
          </a:p>
        </p:txBody>
      </p:sp>
      <p:sp>
        <p:nvSpPr>
          <p:cNvPr id="21" name="p20-r3-l">
            <a:extLst xmlns:a="http://schemas.openxmlformats.org/drawingml/2006/main">
              <a:ext uri="{FF2B5EF4-FFF2-40B4-BE49-F238E27FC236}">
                <a16:creationId xmlns:a16="http://schemas.microsoft.com/office/drawing/2014/main" id="{8C2787DB-71CE-466C-9E16-4197C828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195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p20-r3-t">
            <a:extLst xmlns:a="http://schemas.openxmlformats.org/drawingml/2006/main">
              <a:ext uri="{FF2B5EF4-FFF2-40B4-BE49-F238E27FC236}">
                <a16:creationId xmlns:a16="http://schemas.microsoft.com/office/drawing/2014/main" id="{866A9820-F2B7-4F37-8F48-4CFCF6A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195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写实际影响报告</a:t>
            </a:r>
          </a:p>
        </p:txBody>
      </p:sp>
      <p:sp>
        <p:nvSpPr>
          <p:cNvPr id="23" name="p20-r4-l">
            <a:extLst xmlns:a="http://schemas.openxmlformats.org/drawingml/2006/main">
              <a:ext uri="{FF2B5EF4-FFF2-40B4-BE49-F238E27FC236}">
                <a16:creationId xmlns:a16="http://schemas.microsoft.com/office/drawing/2014/main" id="{767F026C-3CAE-4A20-B0A5-6A865889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p20-r4-t">
            <a:extLst xmlns:a="http://schemas.openxmlformats.org/drawingml/2006/main">
              <a:ext uri="{FF2B5EF4-FFF2-40B4-BE49-F238E27FC236}">
                <a16:creationId xmlns:a16="http://schemas.microsoft.com/office/drawing/2014/main" id="{A7DDB1F3-A1EB-42B9-956A-8B567F0E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672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回写证据与合规边界</a:t>
            </a:r>
          </a:p>
        </p:txBody>
      </p:sp>
      <p:sp>
        <p:nvSpPr>
          <p:cNvPr id="25" name="p20-bottom">
            <a:extLst xmlns:a="http://schemas.openxmlformats.org/drawingml/2006/main">
              <a:ext uri="{FF2B5EF4-FFF2-40B4-BE49-F238E27FC236}">
                <a16:creationId xmlns:a16="http://schemas.microsoft.com/office/drawing/2014/main" id="{971C0E37-E04B-45A9-BEEB-E829D23E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21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本课不正式提交；保留当前个人项目版本，下一课按 Checkpoint 3 十项条件验证。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2026-08-07T11:07:05.6030000Z</dcterms:created>
  <dcterms:modified xsi:type="dcterms:W3CDTF">2026-08-07T11:07:05.6030000Z</dcterms:modified>
</coreProperties>
</file>