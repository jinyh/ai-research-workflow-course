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517ccad2041c4" /><Relationship Type="http://schemas.openxmlformats.org/officeDocument/2006/relationships/extended-properties" Target="/docProps/app.xml" Id="Rf6252ec4d2914313" /><Relationship Type="http://schemas.openxmlformats.org/officeDocument/2006/relationships/officeDocument" Target="/ppt/presentation.xml" Id="R88da990b819c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9d699a155b4917"/>
  </p:sldMasterIdLst>
  <p:notesMasterIdLst>
    <p:notesMasterId xmlns:r="http://schemas.openxmlformats.org/officeDocument/2006/relationships" r:id="R6647f66227514749"/>
  </p:notesMasterIdLst>
  <p:sldIdLst>
    <p:sldId xmlns:r="http://schemas.openxmlformats.org/officeDocument/2006/relationships" id="256" r:id="R17f74ae872744ab8"/>
    <p:sldId xmlns:r="http://schemas.openxmlformats.org/officeDocument/2006/relationships" id="257" r:id="R1946443d6bf24c7b"/>
    <p:sldId xmlns:r="http://schemas.openxmlformats.org/officeDocument/2006/relationships" id="258" r:id="R1e05670f6d2749d5"/>
    <p:sldId xmlns:r="http://schemas.openxmlformats.org/officeDocument/2006/relationships" id="259" r:id="R9accd53d1e8c467c"/>
    <p:sldId xmlns:r="http://schemas.openxmlformats.org/officeDocument/2006/relationships" id="260" r:id="R0ad1cc7a5a934d02"/>
    <p:sldId xmlns:r="http://schemas.openxmlformats.org/officeDocument/2006/relationships" id="261" r:id="R402d14c169e74565"/>
    <p:sldId xmlns:r="http://schemas.openxmlformats.org/officeDocument/2006/relationships" id="262" r:id="R3fd8be02bd10475e"/>
    <p:sldId xmlns:r="http://schemas.openxmlformats.org/officeDocument/2006/relationships" id="263" r:id="R1653b1f5369945be"/>
    <p:sldId xmlns:r="http://schemas.openxmlformats.org/officeDocument/2006/relationships" id="264" r:id="R8d04ff5155a04a8b"/>
    <p:sldId xmlns:r="http://schemas.openxmlformats.org/officeDocument/2006/relationships" id="265" r:id="R5f85ce39ed7a4648"/>
    <p:sldId xmlns:r="http://schemas.openxmlformats.org/officeDocument/2006/relationships" id="266" r:id="Re7c1298e74824c42"/>
    <p:sldId xmlns:r="http://schemas.openxmlformats.org/officeDocument/2006/relationships" id="267" r:id="R04eff32642f74736"/>
    <p:sldId xmlns:r="http://schemas.openxmlformats.org/officeDocument/2006/relationships" id="268" r:id="R04a310d5931c401e"/>
    <p:sldId xmlns:r="http://schemas.openxmlformats.org/officeDocument/2006/relationships" id="269" r:id="R61bc3fa97e854e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cb115dd3494a0a" /><Relationship Type="http://schemas.openxmlformats.org/officeDocument/2006/relationships/slideMaster" Target="/ppt/slideMasters/slideMaster1.xml" Id="Rb39d699a155b4917" /><Relationship Type="http://schemas.openxmlformats.org/officeDocument/2006/relationships/notesMaster" Target="/ppt/notesMasters/notesMaster1.xml" Id="R6647f66227514749" /><Relationship Type="http://schemas.openxmlformats.org/officeDocument/2006/relationships/presProps" Target="/ppt/presProps.xml" Id="R925304e8b8ea4598" /><Relationship Type="http://schemas.openxmlformats.org/officeDocument/2006/relationships/viewProps" Target="/ppt/viewProps.xml" Id="R9b1b92a526664ae6" /><Relationship Type="http://schemas.openxmlformats.org/officeDocument/2006/relationships/tableStyles" Target="/ppt/tableStyles.xml" Id="R62acd7a6cb7545e4" /><Relationship Type="http://schemas.openxmlformats.org/officeDocument/2006/relationships/slide" Target="/ppt/slides/slide1.xml" Id="R17f74ae872744ab8" /><Relationship Type="http://schemas.openxmlformats.org/officeDocument/2006/relationships/slide" Target="/ppt/slides/slide2.xml" Id="R1946443d6bf24c7b" /><Relationship Type="http://schemas.openxmlformats.org/officeDocument/2006/relationships/slide" Target="/ppt/slides/slide3.xml" Id="R1e05670f6d2749d5" /><Relationship Type="http://schemas.openxmlformats.org/officeDocument/2006/relationships/slide" Target="/ppt/slides/slide4.xml" Id="R9accd53d1e8c467c" /><Relationship Type="http://schemas.openxmlformats.org/officeDocument/2006/relationships/slide" Target="/ppt/slides/slide5.xml" Id="R0ad1cc7a5a934d02" /><Relationship Type="http://schemas.openxmlformats.org/officeDocument/2006/relationships/slide" Target="/ppt/slides/slide6.xml" Id="R402d14c169e74565" /><Relationship Type="http://schemas.openxmlformats.org/officeDocument/2006/relationships/slide" Target="/ppt/slides/slide7.xml" Id="R3fd8be02bd10475e" /><Relationship Type="http://schemas.openxmlformats.org/officeDocument/2006/relationships/slide" Target="/ppt/slides/slide8.xml" Id="R1653b1f5369945be" /><Relationship Type="http://schemas.openxmlformats.org/officeDocument/2006/relationships/slide" Target="/ppt/slides/slide9.xml" Id="R8d04ff5155a04a8b" /><Relationship Type="http://schemas.openxmlformats.org/officeDocument/2006/relationships/slide" Target="/ppt/slides/slide10.xml" Id="R5f85ce39ed7a4648" /><Relationship Type="http://schemas.openxmlformats.org/officeDocument/2006/relationships/slide" Target="/ppt/slides/slide11.xml" Id="Re7c1298e74824c42" /><Relationship Type="http://schemas.openxmlformats.org/officeDocument/2006/relationships/slide" Target="/ppt/slides/slide12.xml" Id="R04eff32642f74736" /><Relationship Type="http://schemas.openxmlformats.org/officeDocument/2006/relationships/slide" Target="/ppt/slides/slide13.xml" Id="R04a310d5931c401e" /><Relationship Type="http://schemas.openxmlformats.org/officeDocument/2006/relationships/slide" Target="/ppt/slides/slide14.xml" Id="R61bc3fa97e854e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ea17aaf24f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06bded0d6e48a4" /><Relationship Type="http://schemas.openxmlformats.org/officeDocument/2006/relationships/notesMaster" Target="/ppt/notesMasters/notesMaster1.xml" Id="R7edb69e03880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a22577a424f64" /><Relationship Type="http://schemas.openxmlformats.org/officeDocument/2006/relationships/notesMaster" Target="/ppt/notesMasters/notesMaster1.xml" Id="Rca14e0276139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4d2a298c384077" /><Relationship Type="http://schemas.openxmlformats.org/officeDocument/2006/relationships/notesMaster" Target="/ppt/notesMasters/notesMaster1.xml" Id="R0ccb4897630a4c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d42847b40a4b70" /><Relationship Type="http://schemas.openxmlformats.org/officeDocument/2006/relationships/notesMaster" Target="/ppt/notesMasters/notesMaster1.xml" Id="R81ecdfa58926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3f9a4f66e44647" /><Relationship Type="http://schemas.openxmlformats.org/officeDocument/2006/relationships/notesMaster" Target="/ppt/notesMasters/notesMaster1.xml" Id="Rf30a7665957043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33a78f573545a3" /><Relationship Type="http://schemas.openxmlformats.org/officeDocument/2006/relationships/notesMaster" Target="/ppt/notesMasters/notesMaster1.xml" Id="Rb9f8e1ee111d48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e2cbe09f654395" /><Relationship Type="http://schemas.openxmlformats.org/officeDocument/2006/relationships/notesMaster" Target="/ppt/notesMasters/notesMaster1.xml" Id="R5a6a6269b07e48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9eecc59fe54e8d" /><Relationship Type="http://schemas.openxmlformats.org/officeDocument/2006/relationships/notesMaster" Target="/ppt/notesMasters/notesMaster1.xml" Id="Rc9512c0fb71d45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59552f979543f9" /><Relationship Type="http://schemas.openxmlformats.org/officeDocument/2006/relationships/notesMaster" Target="/ppt/notesMasters/notesMaster1.xml" Id="R358a152d911b4a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367bfef33d48a5" /><Relationship Type="http://schemas.openxmlformats.org/officeDocument/2006/relationships/notesMaster" Target="/ppt/notesMasters/notesMaster1.xml" Id="Rf9bb03636be24e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a7f4ec84b8426f" /><Relationship Type="http://schemas.openxmlformats.org/officeDocument/2006/relationships/notesMaster" Target="/ppt/notesMasters/notesMaster1.xml" Id="Rae625bab898645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926b2894154511" /><Relationship Type="http://schemas.openxmlformats.org/officeDocument/2006/relationships/notesMaster" Target="/ppt/notesMasters/notesMaster1.xml" Id="Rd923e58ba25d4f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17abf6dd784878" /><Relationship Type="http://schemas.openxmlformats.org/officeDocument/2006/relationships/notesMaster" Target="/ppt/notesMasters/notesMaster1.xml" Id="Re4f8a04b9b3741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a18284118f412e" /><Relationship Type="http://schemas.openxmlformats.org/officeDocument/2006/relationships/notesMaster" Target="/ppt/notesMasters/notesMaster1.xml" Id="Ra555c3c1875546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4d160a5ba4971" /><Relationship Type="http://schemas.openxmlformats.org/officeDocument/2006/relationships/image" Target="/ppt/media/image.png" Id="R2113248a4b894baa" /><Relationship Type="http://schemas.openxmlformats.org/officeDocument/2006/relationships/image" Target="/ppt/media/image2.png" Id="R2002722500e2462b" /><Relationship Type="http://schemas.openxmlformats.org/officeDocument/2006/relationships/image" Target="/ppt/media/image3.png" Id="R2b76c4237dc148aa" /><Relationship Type="http://schemas.openxmlformats.org/officeDocument/2006/relationships/image" Target="/ppt/media/image4.png" Id="Re5cc785cdc554e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864c2dec347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5313755d14d19" /><Relationship Type="http://schemas.openxmlformats.org/officeDocument/2006/relationships/image" Target="/ppt/media/image2.png" Id="Rc575d7df020045c8" /><Relationship Type="http://schemas.openxmlformats.org/officeDocument/2006/relationships/image" Target="/ppt/media/image5.png" Id="R22bed8ae657d44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436455b044ae0" /><Relationship Type="http://schemas.openxmlformats.org/officeDocument/2006/relationships/image" Target="/ppt/media/image.png" Id="Rbc732d3a32a84c9b" /><Relationship Type="http://schemas.openxmlformats.org/officeDocument/2006/relationships/image" Target="/ppt/media/image3.png" Id="R8b0393de57db445d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3248a4b894baa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02722500e2462b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76c4237dc148aa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74A1DC8F-E8F6-4D19-A022-9146213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CE06932D-DB84-4181-A85A-5629B56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E7F4998A-6AE2-4D7E-8725-2BD530E3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AC9CD0F-62FE-48B3-94CA-B5F293E3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c785cdc554ecb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75d7df020045c8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ed8ae657d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32d3a32a84c9b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35008D6A-59C4-402F-BD30-D0E3E52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60055B5A-B5C8-4905-AC87-A417E17C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0393de57db445d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c701288a14b96" /><Relationship Type="http://schemas.openxmlformats.org/officeDocument/2006/relationships/slideLayout" Target="/ppt/slideLayouts/slideLayout1.xml" Id="R9a5222ae52944375" /><Relationship Type="http://schemas.openxmlformats.org/officeDocument/2006/relationships/slideLayout" Target="/ppt/slideLayouts/slideLayout2.xml" Id="Rc56f680c9c0d4c40" /><Relationship Type="http://schemas.openxmlformats.org/officeDocument/2006/relationships/slideLayout" Target="/ppt/slideLayouts/slideLayout3.xml" Id="R4faa2eac0bc04fa7" /><Relationship Type="http://schemas.openxmlformats.org/officeDocument/2006/relationships/slideLayout" Target="/ppt/slideLayouts/slideLayout4.xml" Id="Rc2be4ff92c5d41d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5222ae52944375"/>
    <p:sldLayoutId xmlns:r="http://schemas.openxmlformats.org/officeDocument/2006/relationships" id="2147483650" r:id="Rc56f680c9c0d4c40"/>
    <p:sldLayoutId xmlns:r="http://schemas.openxmlformats.org/officeDocument/2006/relationships" id="2147483651" r:id="R4faa2eac0bc04fa7"/>
    <p:sldLayoutId xmlns:r="http://schemas.openxmlformats.org/officeDocument/2006/relationships" id="2147483652" r:id="Rc2be4ff92c5d41d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63042b7944c77" /><Relationship Type="http://schemas.openxmlformats.org/officeDocument/2006/relationships/notesSlide" Target="/ppt/notesSlides/notesSlide1.xml" Id="R0de9095efd5642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a2f6ec81d34af5" /><Relationship Type="http://schemas.openxmlformats.org/officeDocument/2006/relationships/notesSlide" Target="/ppt/notesSlides/notesSlide2.xml" Id="Rb224c1d37bfc49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bffb8a0f794d5c" /><Relationship Type="http://schemas.openxmlformats.org/officeDocument/2006/relationships/notesSlide" Target="/ppt/notesSlides/notesSlide3.xml" Id="R186f1bc9f14c48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288ee6cb2c4db9" /><Relationship Type="http://schemas.openxmlformats.org/officeDocument/2006/relationships/notesSlide" Target="/ppt/notesSlides/notesSlide4.xml" Id="Ra4b17d8ab55143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083a7d87ce407f" /><Relationship Type="http://schemas.openxmlformats.org/officeDocument/2006/relationships/notesSlide" Target="/ppt/notesSlides/notesSlide5.xml" Id="Rbdd3f968e5cb49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b66721641d452c" /><Relationship Type="http://schemas.openxmlformats.org/officeDocument/2006/relationships/notesSlide" Target="/ppt/notesSlides/notesSlide6.xml" Id="R456abbcf85af48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dcaedd7b934082" /><Relationship Type="http://schemas.openxmlformats.org/officeDocument/2006/relationships/notesSlide" Target="/ppt/notesSlides/notesSlide7.xml" Id="R22ac099b7b9348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5f0cc018b04aa3" /><Relationship Type="http://schemas.openxmlformats.org/officeDocument/2006/relationships/notesSlide" Target="/ppt/notesSlides/notesSlide8.xml" Id="Rbf75879886cb49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44fb32e09045bc" /><Relationship Type="http://schemas.openxmlformats.org/officeDocument/2006/relationships/notesSlide" Target="/ppt/notesSlides/notesSlide9.xml" Id="Ref481ee2db4442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65089bfd7841bc" /><Relationship Type="http://schemas.openxmlformats.org/officeDocument/2006/relationships/notesSlide" Target="/ppt/notesSlides/notesSlide10.xml" Id="R1f16babf918645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e4cb8c42ab4a3b" /><Relationship Type="http://schemas.openxmlformats.org/officeDocument/2006/relationships/notesSlide" Target="/ppt/notesSlides/notesSlide11.xml" Id="R3ac1237613a645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cb0ad35ea3476a" /><Relationship Type="http://schemas.openxmlformats.org/officeDocument/2006/relationships/notesSlide" Target="/ppt/notesSlides/notesSlide12.xml" Id="Rbbafb870447f45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df2e843603461b" /><Relationship Type="http://schemas.openxmlformats.org/officeDocument/2006/relationships/notesSlide" Target="/ppt/notesSlides/notesSlide13.xml" Id="R45663beb767245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e0a163f15f4201" /><Relationship Type="http://schemas.openxmlformats.org/officeDocument/2006/relationships/notesSlide" Target="/ppt/notesSlides/notesSlide14.xml" Id="R66cc5e6a101d48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675FD51-EAC3-42D3-B89F-1FB9A65BAEF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3966519" y="4176584"/>
            <a:ext cx="4460789" cy="14743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>上海交通大学人工智能研究院</a:t>
            </a: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>金耀辉</a:t>
            </a: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>2026</a:t>
            </a:r>
            <a:r>
              <a:rPr>
                <a:latin typeface="+mn-ea"/>
                <a:ea typeface="+mn-ea"/>
                <a:cs typeface="+mn-ea"/>
              </a:rPr>
              <a:t>年</a:t>
            </a:r>
            <a:r>
              <a:rPr>
                <a:latin typeface="+mn-ea"/>
                <a:ea typeface="+mn-ea"/>
                <a:cs typeface="+mn-ea"/>
              </a:rPr>
              <a:t>6</a:t>
            </a:r>
            <a:r>
              <a:rPr>
                <a:latin typeface="+mn-ea"/>
                <a:ea typeface="+mn-ea"/>
                <a:cs typeface="+mn-ea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2026-08-01T16:09:12.8800000Z</dcterms:created>
  <dcterms:modified xsi:type="dcterms:W3CDTF">2026-08-01T16:09:12.8800000Z</dcterms:modified>
</coreProperties>
</file>