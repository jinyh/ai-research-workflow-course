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7102475" cy="10233025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xia Zhang" initials="WZ" lastIdx="1" clrIdx="0">
    <p:extLst>
      <p:ext uri="{19B8F6BF-5375-455C-9EA6-DF929625EA0E}">
        <p15:presenceInfo xmlns:p15="http://schemas.microsoft.com/office/powerpoint/2012/main" userId="dd4b013fb83bef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FF930C"/>
    <a:srgbClr val="25D9CA"/>
    <a:srgbClr val="0000CD"/>
    <a:srgbClr val="F9F9FB"/>
    <a:srgbClr val="DEEBFE"/>
    <a:srgbClr val="F7DC7F"/>
    <a:srgbClr val="0066FF"/>
    <a:srgbClr val="02FFFF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48" autoAdjust="0"/>
    <p:restoredTop sz="85578" autoAdjust="0"/>
  </p:normalViewPr>
  <p:slideViewPr>
    <p:cSldViewPr snapToGrid="0" showGuides="1">
      <p:cViewPr varScale="1">
        <p:scale>
          <a:sx n="96" d="100"/>
          <a:sy n="96" d="100"/>
        </p:scale>
        <p:origin x="584" y="168"/>
      </p:cViewPr>
      <p:guideLst>
        <p:guide pos="3863"/>
        <p:guide orient="horz" pos="1003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6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604"/>
    </p:cViewPr>
  </p:sorterViewPr>
  <p:notesViewPr>
    <p:cSldViewPr snapToGrid="0" showGuides="1">
      <p:cViewPr varScale="1">
        <p:scale>
          <a:sx n="94" d="100"/>
          <a:sy n="94" d="100"/>
        </p:scale>
        <p:origin x="375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512A60F-63B3-4D54-AA63-B159FADA9F31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8513A3C-D0C5-45C0-BD52-194E7639670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F7A6D04-2810-44D7-A07D-0AA2596107F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57ABA8D-3632-4FB6-8561-0367E4880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F70B8EC-E67C-4355-9367-9F32C48344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E58E8B-64DD-4CB6-9A0A-016E581D3E4C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43D3B54-A2E0-47EA-82F0-8A5C219B17C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585BA52-95CD-854D-A470-CE76748E806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51"/>
          <a:stretch/>
        </p:blipFill>
        <p:spPr>
          <a:xfrm>
            <a:off x="332010" y="251357"/>
            <a:ext cx="1934780" cy="48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/>
          <p:nvPr/>
        </p:nvSpPr>
        <p:spPr>
          <a:xfrm>
            <a:off x="304801" y="2455636"/>
            <a:ext cx="2960913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/>
          <p:nvPr/>
        </p:nvSpPr>
        <p:spPr>
          <a:xfrm rot="16200000">
            <a:off x="1736542" y="2389144"/>
            <a:ext cx="97430" cy="296091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/>
          <p:nvPr/>
        </p:nvSpPr>
        <p:spPr>
          <a:xfrm flipV="1">
            <a:off x="3478991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89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227868-C0F1-41FC-A8C9-A533B4E114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66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>
            <a:extLst>
              <a:ext uri="{FF2B5EF4-FFF2-40B4-BE49-F238E27FC236}">
                <a16:creationId xmlns:a16="http://schemas.microsoft.com/office/drawing/2014/main" id="{59C76395-F18A-42DC-A156-F93BFCD8E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C8E8E9-B6E9-4C9E-A8E5-EC39920274FE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6D4021-94E1-4E9F-90EB-E54E5216CA6E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079C22-C965-4A93-8C7F-F7C26F71D8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4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5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pos="7488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7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3966519" y="4176584"/>
            <a:ext cx="4460789" cy="1474365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上海交通大学人工智能研究院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金耀辉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2026</a:t>
            </a:r>
            <a:r>
              <a:rPr lang="zh-CN" altLang="en-US" dirty="0">
                <a:latin typeface="+mn-ea"/>
              </a:rPr>
              <a:t>年</a:t>
            </a:r>
            <a:r>
              <a:rPr lang="en-US" altLang="zh-CN" dirty="0">
                <a:latin typeface="+mn-ea"/>
              </a:rPr>
              <a:t>6</a:t>
            </a:r>
            <a:r>
              <a:rPr lang="zh-CN" altLang="en-US" dirty="0">
                <a:latin typeface="+mn-ea"/>
              </a:rPr>
              <a:t>月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00CA37-F4A4-F74F-3206-C1A69EF3C8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25743-1B68-F07C-2B0F-E0355BACDB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test1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52387</TotalTime>
  <Words>12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等线</vt:lpstr>
      <vt:lpstr>Arial</vt:lpstr>
      <vt:lpstr>Office 主题​​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Yaohui Jin</cp:lastModifiedBy>
  <cp:revision>2633</cp:revision>
  <dcterms:created xsi:type="dcterms:W3CDTF">2019-01-23T14:14:04Z</dcterms:created>
  <dcterms:modified xsi:type="dcterms:W3CDTF">2026-06-14T03:45:19Z</dcterms:modified>
</cp:coreProperties>
</file>