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7102475" cy="10233025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3863" userDrawn="1">
          <p15:clr>
            <a:srgbClr val="A4A3A4"/>
          </p15:clr>
        </p15:guide>
        <p15:guide id="5" orient="horz" pos="1003" userDrawn="1">
          <p15:clr>
            <a:srgbClr val="A4A3A4"/>
          </p15:clr>
        </p15:guide>
        <p15:guide id="6" orient="horz" pos="1502" userDrawn="1">
          <p15:clr>
            <a:srgbClr val="A4A3A4"/>
          </p15:clr>
        </p15:guide>
        <p15:guide id="7" orient="horz" pos="3113" userDrawn="1">
          <p15:clr>
            <a:srgbClr val="A4A3A4"/>
          </p15:clr>
        </p15:guide>
        <p15:guide id="8" pos="2128" userDrawn="1">
          <p15:clr>
            <a:srgbClr val="A4A3A4"/>
          </p15:clr>
        </p15:guide>
        <p15:guide id="9" pos="4067" userDrawn="1">
          <p15:clr>
            <a:srgbClr val="A4A3A4"/>
          </p15:clr>
        </p15:guide>
        <p15:guide id="10" pos="5972" userDrawn="1">
          <p15:clr>
            <a:srgbClr val="A4A3A4"/>
          </p15:clr>
        </p15:guide>
        <p15:guide id="11" pos="5292" userDrawn="1">
          <p15:clr>
            <a:srgbClr val="A4A3A4"/>
          </p15:clr>
        </p15:guide>
        <p15:guide id="12" pos="22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ixia Zhang" initials="WZ" lastIdx="1" clrIdx="0">
    <p:extLst>
      <p:ext uri="{19B8F6BF-5375-455C-9EA6-DF929625EA0E}">
        <p15:presenceInfo xmlns:p15="http://schemas.microsoft.com/office/powerpoint/2012/main" userId="dd4b013fb83bef4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546A"/>
    <a:srgbClr val="FF930C"/>
    <a:srgbClr val="25D9CA"/>
    <a:srgbClr val="0000CD"/>
    <a:srgbClr val="F9F9FB"/>
    <a:srgbClr val="DEEBFE"/>
    <a:srgbClr val="F7DC7F"/>
    <a:srgbClr val="0066FF"/>
    <a:srgbClr val="02FFFF"/>
    <a:srgbClr val="7C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948" autoAdjust="0"/>
    <p:restoredTop sz="85578" autoAdjust="0"/>
  </p:normalViewPr>
  <p:slideViewPr>
    <p:cSldViewPr snapToGrid="0" showGuides="1">
      <p:cViewPr varScale="1">
        <p:scale>
          <a:sx n="106" d="100"/>
          <a:sy n="106" d="100"/>
        </p:scale>
        <p:origin x="216" y="376"/>
      </p:cViewPr>
      <p:guideLst>
        <p:guide pos="3863"/>
        <p:guide orient="horz" pos="1003"/>
        <p:guide orient="horz" pos="1502"/>
        <p:guide orient="horz" pos="3113"/>
        <p:guide pos="2128"/>
        <p:guide pos="4067"/>
        <p:guide pos="5972"/>
        <p:guide pos="5292"/>
        <p:guide pos="2275"/>
      </p:guideLst>
    </p:cSldViewPr>
  </p:slideViewPr>
  <p:outlineViewPr>
    <p:cViewPr>
      <p:scale>
        <a:sx n="33" d="100"/>
        <a:sy n="33" d="100"/>
      </p:scale>
      <p:origin x="0" y="-6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604"/>
    </p:cViewPr>
  </p:sorterViewPr>
  <p:notesViewPr>
    <p:cSldViewPr snapToGrid="0" showGuides="1">
      <p:cViewPr varScale="1">
        <p:scale>
          <a:sx n="94" d="100"/>
          <a:sy n="94" d="100"/>
        </p:scale>
        <p:origin x="375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08DB251-D803-4475-8281-4947A89E79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6218A5-2289-4813-A341-6263B16CBA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4512A60F-63B3-4D54-AA63-B159FADA9F31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7CE9A9-1C60-4F0A-AA63-4467F58DE8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1EA911-14C2-4254-9079-FD9EC1C139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9494E6C1-322F-4AF4-A541-6A7DCE38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418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48513A3C-D0C5-45C0-BD52-194E76396705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6E0D5545-95D4-489F-B8ED-7EAFA774B5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241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&#10;&#10;自动生成的说明">
            <a:extLst>
              <a:ext uri="{FF2B5EF4-FFF2-40B4-BE49-F238E27FC236}">
                <a16:creationId xmlns:a16="http://schemas.microsoft.com/office/drawing/2014/main" id="{DC463E02-403D-4EDF-904F-C4102C9C3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22" name="标题 1">
            <a:extLst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26" name="内容占位符 25">
            <a:extLst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DE506FFD-8B27-444A-964F-E64D0BB3DAF0}" type="datetime2">
              <a:rPr lang="zh-CN" altLang="en-US" smtClean="0"/>
              <a:t>2019年1月28日</a:t>
            </a:fld>
            <a:endParaRPr lang="zh-CN" altLang="en-US" dirty="0"/>
          </a:p>
        </p:txBody>
      </p:sp>
      <p:sp>
        <p:nvSpPr>
          <p:cNvPr id="32" name="文本占位符 31">
            <a:extLst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E9FF532-F6D9-45BD-B501-EEC1CB82C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/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AF7A6D04-2810-44D7-A07D-0AA2596107F1}"/>
              </a:ext>
            </a:extLst>
          </p:cNvPr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A839E5E-CB67-421E-974F-278CCBCFB8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alphaModFix amt="35000"/>
            </a:blip>
            <a:srcRect t="9831" b="36385"/>
            <a:stretch/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53D809C0-A4EF-44AF-AECA-4A85E4BA2C9D}"/>
                </a:ext>
              </a:extLst>
            </p:cNvPr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957ABA8D-3632-4FB6-8561-0367E4880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F70B8EC-E67C-4355-9367-9F32C48344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6E58E8B-64DD-4CB6-9A0A-016E581D3E4C}"/>
              </a:ext>
            </a:extLst>
          </p:cNvPr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43D3B54-A2E0-47EA-82F0-8A5C219B17CC}"/>
              </a:ext>
            </a:extLst>
          </p:cNvPr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8585BA52-95CD-854D-A470-CE76748E806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51"/>
          <a:stretch/>
        </p:blipFill>
        <p:spPr>
          <a:xfrm>
            <a:off x="332010" y="251357"/>
            <a:ext cx="1934780" cy="48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92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/>
          <p:nvPr/>
        </p:nvSpPr>
        <p:spPr>
          <a:xfrm>
            <a:off x="304801" y="2455636"/>
            <a:ext cx="2960913" cy="143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/>
          <p:nvPr/>
        </p:nvSpPr>
        <p:spPr>
          <a:xfrm rot="16200000">
            <a:off x="1736542" y="2389144"/>
            <a:ext cx="97430" cy="296091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/>
          <p:nvPr/>
        </p:nvSpPr>
        <p:spPr>
          <a:xfrm flipV="1">
            <a:off x="3478991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89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3781C-E1F6-4315-A39D-61273F2E059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4227868-C0F1-41FC-A8C9-A533B4E114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/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9" name="文本占位符 31">
            <a:extLst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>
            <a:extLst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平行四边形 18">
            <a:extLst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0" name="图片 19" descr="图片包含 户外, 标牌, 黑色&#10;&#10;自动生成的说明">
            <a:extLst>
              <a:ext uri="{FF2B5EF4-FFF2-40B4-BE49-F238E27FC236}">
                <a16:creationId xmlns:a16="http://schemas.microsoft.com/office/drawing/2014/main" id="{D5338ABA-2308-412D-96F5-DE590FFF99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21" name="文本占位符 31">
            <a:extLst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66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片包含 建筑物&#10;&#10;自动生成的说明">
            <a:extLst>
              <a:ext uri="{FF2B5EF4-FFF2-40B4-BE49-F238E27FC236}">
                <a16:creationId xmlns:a16="http://schemas.microsoft.com/office/drawing/2014/main" id="{59C76395-F18A-42DC-A156-F93BFCD8E4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8C8E8E9-B6E9-4C9E-A8E5-EC39920274FE}"/>
              </a:ext>
            </a:extLst>
          </p:cNvPr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A6D4021-94E1-4E9F-90EB-E54E5216CA6E}"/>
              </a:ext>
            </a:extLst>
          </p:cNvPr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31">
            <a:extLst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2079C22-C965-4A93-8C7F-F7C26F71D8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/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40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644C6-89F0-466C-949F-E70AD72679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584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5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val="F26B43"/>
          </p15:clr>
        </p15:guide>
        <p15:guide id="2" pos="7488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orient="horz" pos="472">
          <p15:clr>
            <a:srgbClr val="F26B43"/>
          </p15:clr>
        </p15:guide>
        <p15:guide id="5" orient="horz" pos="4104">
          <p15:clr>
            <a:srgbClr val="F26B43"/>
          </p15:clr>
        </p15:guide>
        <p15:guide id="6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3966519" y="4176584"/>
            <a:ext cx="4460789" cy="1474365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上海交通大学人工智能研究院</a:t>
            </a:r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金耀辉</a:t>
            </a:r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2026</a:t>
            </a:r>
            <a:r>
              <a:rPr lang="zh-CN" altLang="en-US" dirty="0">
                <a:latin typeface="+mn-ea"/>
              </a:rPr>
              <a:t>年</a:t>
            </a:r>
            <a:r>
              <a:rPr lang="en-US" altLang="zh-CN" dirty="0">
                <a:latin typeface="+mn-ea"/>
              </a:rPr>
              <a:t>6</a:t>
            </a:r>
            <a:r>
              <a:rPr lang="zh-CN" altLang="en-US" dirty="0">
                <a:latin typeface="+mn-ea"/>
              </a:rPr>
              <a:t>月</a:t>
            </a:r>
            <a:endParaRPr lang="en-US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arrow&quot;,&quot;Name&quot;:&quot;窄&quot;,&quot;HeaderHeight&quot;:10.0,&quot;FooterHeight&quot;:5.0,&quot;SideMargin&quot;:2.5,&quot;TopMargin&quot;:0.0,&quot;BottomMargin&quot;:0.0,&quot;IntervalMargin&quot;:1.0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52387</TotalTime>
  <Words>11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等线</vt:lpstr>
      <vt:lpstr>Arial</vt:lpstr>
      <vt:lpstr>Office 主题​​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 李</dc:creator>
  <cp:lastModifiedBy>Yaohui Jin</cp:lastModifiedBy>
  <cp:revision>2632</cp:revision>
  <dcterms:created xsi:type="dcterms:W3CDTF">2019-01-23T14:14:04Z</dcterms:created>
  <dcterms:modified xsi:type="dcterms:W3CDTF">2026-06-14T03:29:15Z</dcterms:modified>
</cp:coreProperties>
</file>